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  <p:sldMasterId id="2147483720" r:id="rId2"/>
  </p:sldMasterIdLst>
  <p:notesMasterIdLst>
    <p:notesMasterId r:id="rId14"/>
  </p:notesMasterIdLst>
  <p:sldIdLst>
    <p:sldId id="261" r:id="rId3"/>
    <p:sldId id="256" r:id="rId4"/>
    <p:sldId id="257" r:id="rId5"/>
    <p:sldId id="258" r:id="rId6"/>
    <p:sldId id="259" r:id="rId7"/>
    <p:sldId id="267" r:id="rId8"/>
    <p:sldId id="260" r:id="rId9"/>
    <p:sldId id="268" r:id="rId10"/>
    <p:sldId id="263" r:id="rId11"/>
    <p:sldId id="262" r:id="rId12"/>
    <p:sldId id="265" r:id="rId13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35E"/>
    <a:srgbClr val="575863"/>
    <a:srgbClr val="E7E7E7"/>
    <a:srgbClr val="111111"/>
    <a:srgbClr val="0E0E0E"/>
    <a:srgbClr val="27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61203857" snapToGrid="1" snapToBorders="1" snapToGuides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FAF63-18A3-447B-87DB-BDD15FB4581D}" v="2" dt="2025-11-07T21:02:49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Objects="1" showGuides="1">
      <p:cViewPr>
        <p:scale>
          <a:sx n="56" d="100"/>
          <a:sy n="56" d="100"/>
        </p:scale>
        <p:origin x="277" y="20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8" d="100"/>
        <a:sy n="8" d="100"/>
      </p:scale>
      <p:origin x="0" y="0"/>
    </p:cViewPr>
  </p:sorterViewPr>
  <p:notesViewPr>
    <p:cSldViewPr snapToObjects="1" showGuides="1">
      <p:cViewPr>
        <p:scale>
          <a:sx n="56" d="100"/>
          <a:sy n="56" d="100"/>
        </p:scale>
        <p:origin x="277" y="2067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6C69046C3CB5AF/%D0%9F%D1%80%D0%BE%D0%B5%D0%BA%D1%82%201%20%E2%80%94%20%D0%BA%D0%BE%D0%BF%D0%B8%D1%8F_ColumnClustered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6C69046C3CB5AF/%D0%9F%D1%80%D0%BE%D0%B5%D0%BA%D1%82%201%20%E2%80%94%20%D0%BA%D0%BE%D0%BF%D0%B8%D1%8F_ColumnClustered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Cyrl-AZ"/>
              <a:t>средн. % обнаружения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Человек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Код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9-477D-9A1D-C571C52504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Программа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Код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79-477D-9A1D-C571C5250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2403551"/>
        <c:axId val="512407391"/>
      </c:barChart>
      <c:catAx>
        <c:axId val="51240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2407391"/>
        <c:crosses val="autoZero"/>
        <c:auto val="1"/>
        <c:lblAlgn val="ctr"/>
        <c:lblOffset val="100"/>
        <c:noMultiLvlLbl val="0"/>
      </c:catAx>
      <c:valAx>
        <c:axId val="51240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240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Cyrl-AZ"/>
              <a:t>средн. % обнаружения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Человек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Код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49-4CB3-BE9D-C799D9D426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Программа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Код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49-4CB3-BE9D-C799D9D42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2403551"/>
        <c:axId val="512407391"/>
      </c:barChart>
      <c:catAx>
        <c:axId val="512403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2407391"/>
        <c:crosses val="autoZero"/>
        <c:auto val="1"/>
        <c:lblAlgn val="ctr"/>
        <c:lblOffset val="100"/>
        <c:noMultiLvlLbl val="0"/>
      </c:catAx>
      <c:valAx>
        <c:axId val="51240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240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ластьВерхнегоКолонтитул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E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BIEgAAwAMAABAAAAAmAAAACAAAAP//////////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endParaRPr/>
          </a:p>
        </p:txBody>
      </p:sp>
      <p:sp>
        <p:nvSpPr>
          <p:cNvPr id="3" name="ОбластьДатыВремени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BcAAAAAAAAwKgAAwAMAABAAAAAmAAAACAAAAP//////////"/>
              </a:ext>
            </a:extLst>
          </p:cNvSpPr>
          <p:nvPr>
            <p:ph type="dt" sz="quarter" idx="10"/>
          </p:nvPr>
        </p:nvSpPr>
        <p:spPr>
          <a:xfrm>
            <a:off x="3886200" y="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F4E21E2-ACD2-1BD7-9CF6-5A826FB86A0F}" type="datetime1">
              <a:t>07.11.2025</a:t>
            </a:fld>
            <a:endParaRPr/>
          </a:p>
        </p:txBody>
      </p:sp>
      <p:sp>
        <p:nvSpPr>
          <p:cNvPr id="4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//////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//////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r>
              <a:t>Щелкните для редактирования основных стилей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6" name="ОбластьНижнегоКолонтитул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EBHAABIEgAAAEsAABAAAAAmAAAACAAAAP//////////"/>
              </a:ext>
            </a:extLst>
          </p:cNvSpPr>
          <p:nvPr>
            <p:ph type="ftr" sz="quarter" idx="11"/>
          </p:nvPr>
        </p:nvSpPr>
        <p:spPr>
          <a:xfrm>
            <a:off x="0" y="1158240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endParaRPr/>
          </a:p>
        </p:txBody>
      </p:sp>
      <p:sp>
        <p:nvSpPr>
          <p:cNvPr id="7" name="ОбластьНомера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BcAAEBHAAAwKgAAAEsAABAAAAAmAAAACAAAAP//////////"/>
              </a:ext>
            </a:extLst>
          </p:cNvSpPr>
          <p:nvPr>
            <p:ph type="sldNum" sz="quarter" idx="12"/>
          </p:nvPr>
        </p:nvSpPr>
        <p:spPr>
          <a:xfrm>
            <a:off x="3886200" y="1158240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F4E6A89-C7D2-1B9C-9CF6-31C924B86A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charset="0"/>
        <a:cs typeface="Times New Roman" pitchFamily="1" charset="-5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6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Слайда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BAAAAAmAAAACAAAAP////8AAAAA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BAAAAAmAAAACAAAAP////8AAAAA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AUAABoNAABgRQAAJhYAABAAAAAmAAAACAAAAAG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>
            <a:lvl1pPr algn="ctr"/>
          </a:lstStyle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3FFE-B0D2-1BC9-9CF6-469C71B86A13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kA+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4A65-2BD2-1BBC-9CF6-DDE904B86A88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gJAABARwAAsCUAABAAAAAmAAAACAAAAACAAAAAAAAA"/>
              </a:ext>
            </a:extLst>
          </p:cNvSpPr>
          <p:nvPr>
            <p:ph idx="1"/>
          </p:nvPr>
        </p:nvSpPr>
        <p:spPr/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</a:lvl1pPr>
            <a:lvl3pPr>
              <a:buFont typeface="Wingdings" pitchFamily="2" charset="2"/>
            </a:lvl3pPr>
            <a:lvl5pPr>
              <a:buFont typeface="Wingdings" pitchFamily="2" charset="2"/>
            </a:lvl5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1467-29D2-1BE2-9CF6-DFB75AB86A8A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B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70CB-85D2-1B86-9CF6-73D33EB86A2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+N/4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66C3-8DD2-1B90-9CF6-7BC528B86A2E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0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s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2EF3-BDD2-1BD8-9CF6-4B8D60B86A1E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0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gJAADg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  <a:defRPr sz="2800" cap="none"/>
            </a:lvl1pPr>
            <a:lvl2pPr>
              <a:defRPr sz="2400" cap="none"/>
            </a:lvl2pPr>
            <a:lvl3pPr>
              <a:buClr>
                <a:schemeClr val="hlink"/>
              </a:buClr>
              <a:buFont typeface="Wingdings" pitchFamily="2" charset="2"/>
              <a:buChar char=""/>
              <a:defRPr sz="2000" cap="none"/>
            </a:lvl3pPr>
            <a:lvl4pPr>
              <a:defRPr sz="1800" cap="none"/>
            </a:lvl4pPr>
            <a:lvl5pPr>
              <a:buClr>
                <a:schemeClr val="hlink"/>
              </a:buClr>
              <a:buFont typeface="Wingdings" pitchFamily="2" charset="2"/>
              <a:buChar char=""/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M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ICYAANgJAABARwAAsCUAABAAAAAmAAAACAAAAAGAAAAAAAAA"/>
              </a:ext>
            </a:extLst>
          </p:cNvSpPr>
          <p:nvPr>
            <p:ph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  <a:defRPr sz="2800" cap="none"/>
            </a:lvl1pPr>
            <a:lvl2pPr>
              <a:defRPr sz="2400" cap="none"/>
            </a:lvl2pPr>
            <a:lvl3pPr>
              <a:buClr>
                <a:schemeClr val="hlink"/>
              </a:buClr>
              <a:buFont typeface="Wingdings" pitchFamily="2" charset="2"/>
              <a:buChar char=""/>
              <a:defRPr sz="2000" cap="none"/>
            </a:lvl3pPr>
            <a:lvl4pPr>
              <a:defRPr sz="1800" cap="none"/>
            </a:lvl4pPr>
            <a:lvl5pPr>
              <a:buClr>
                <a:schemeClr val="hlink"/>
              </a:buClr>
              <a:buFont typeface="Wingdings" pitchFamily="2" charset="2"/>
              <a:buChar char=""/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712F-61D2-1B87-9CF6-97D23FB86AC2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U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o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1477-39D2-1BE2-9CF6-CFB75AB86A9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A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HEJAADi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070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GENAADi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070" cy="3951605"/>
          </a:xfrm>
        </p:spPr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  <a:defRPr sz="2400" cap="none"/>
            </a:lvl1pPr>
            <a:lvl2pPr>
              <a:defRPr sz="2000" cap="none"/>
            </a:lvl2pPr>
            <a:lvl3pPr>
              <a:buClr>
                <a:schemeClr val="hlink"/>
              </a:buClr>
              <a:buFont typeface="Wingdings" pitchFamily="2" charset="2"/>
              <a:buChar char=""/>
              <a:defRPr sz="1800" cap="none"/>
            </a:lvl3pPr>
            <a:lvl4pPr>
              <a:defRPr sz="1600" cap="none"/>
            </a:lvl4pPr>
            <a:lvl5pPr>
              <a:buClr>
                <a:schemeClr val="hlink"/>
              </a:buClr>
              <a:buFont typeface="Wingdings" pitchFamily="2" charset="2"/>
              <a:buChar char=""/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Y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  <a:defRPr sz="2400" cap="none"/>
            </a:lvl1pPr>
            <a:lvl2pPr>
              <a:defRPr sz="2000" cap="none"/>
            </a:lvl2pPr>
            <a:lvl3pPr>
              <a:buClr>
                <a:schemeClr val="hlink"/>
              </a:buClr>
              <a:buFont typeface="Wingdings" pitchFamily="2" charset="2"/>
              <a:buChar char=""/>
              <a:defRPr sz="1800" cap="none"/>
            </a:lvl3pPr>
            <a:lvl4pPr>
              <a:defRPr sz="1600" cap="none"/>
            </a:lvl4pPr>
            <a:lvl5pPr>
              <a:buClr>
                <a:schemeClr val="hlink"/>
              </a:buClr>
              <a:buFont typeface="Wingdings" pitchFamily="2" charset="2"/>
              <a:buChar char=""/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4579-37D2-1BB3-9CF6-C1E60BB86A94}" type="datetime1">
              <a:t>07.11.2025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c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77F6-B8D2-1B81-9CF6-4ED439B86A1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4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2D33-7DD2-1BDB-9CF6-8B8E63B86ADE}" type="datetime1">
              <a:t>07.11.2025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6FAF-E1D2-1B99-9CF6-17CC21B86A4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674F-01D2-1B91-9CF6-F7C429B86AA2}" type="datetime1">
              <a:t>07.11.2025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1187-C9D2-1BE7-9CF6-3FB25FB86A6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I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Uh0AAK4BAABARwAAsCUAABAAAAAmAAAACAAAAAGAAAAAAAAA"/>
              </a:ext>
            </a:extLst>
          </p:cNvSpPr>
          <p:nvPr>
            <p:ph idx="1"/>
          </p:nvPr>
        </p:nvSpPr>
        <p:spPr>
          <a:xfrm>
            <a:off x="4766310" y="273050"/>
            <a:ext cx="6816090" cy="5853430"/>
          </a:xfrm>
        </p:spPr>
        <p:txBody>
          <a:bodyPr/>
          <a:lstStyle>
            <a:lvl1pPr>
              <a:buClr>
                <a:schemeClr val="hlink"/>
              </a:buClr>
              <a:buFont typeface="Wingdings" pitchFamily="2" charset="2"/>
              <a:buChar char=""/>
              <a:defRPr sz="3200" cap="none"/>
            </a:lvl1pPr>
            <a:lvl2pPr>
              <a:defRPr sz="2800" cap="none"/>
            </a:lvl2pPr>
            <a:lvl3pPr>
              <a:buClr>
                <a:schemeClr val="hlink"/>
              </a:buClr>
              <a:buFont typeface="Wingdings" pitchFamily="2" charset="2"/>
              <a:buChar char=""/>
              <a:defRPr sz="2400" cap="none"/>
            </a:lvl3pPr>
            <a:lvl4pPr>
              <a:defRPr sz="2000" cap="none"/>
            </a:lvl4pPr>
            <a:lvl5pPr>
              <a:buClr>
                <a:schemeClr val="hlink"/>
              </a:buClr>
              <a:buFont typeface="Wingdings" pitchFamily="2" charset="2"/>
              <a:buChar char=""/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I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4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2F1F-51D2-1BD9-9CF6-A78C61B86AF2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c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0B66-28D2-1BFD-9CF6-DEA845B86A8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n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sg4AAIgdAACyOwAABCEAABAAAAAmAAAACAAAAIGAAAAAAAAA"/>
              </a:ext>
            </a:extLst>
          </p:cNvSpPr>
          <p:nvPr>
            <p:ph type="title"/>
          </p:nvPr>
        </p:nvSpPr>
        <p:spPr>
          <a:xfrm>
            <a:off x="2388870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sg4AAMYDAACyOwAAFh0AABAAAAAmAAAACAAAAAGAAAAAAAAA"/>
              </a:ext>
            </a:extLst>
          </p:cNvSpPr>
          <p:nvPr>
            <p:ph idx="1"/>
          </p:nvPr>
        </p:nvSpPr>
        <p:spPr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w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sg4AAAQhAACyOwAA+CUAABAAAAAmAAAACAAAAAGAAAAAAAAA"/>
              </a:ext>
            </a:extLst>
          </p:cNvSpPr>
          <p:nvPr>
            <p:ph idx="2"/>
          </p:nvPr>
        </p:nvSpPr>
        <p:spPr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U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1BA2-ECD2-1BED-9CF6-1AB855B86A4F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g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3589-C7D2-1BC3-9CF6-31967BB86A64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Y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Q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k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gJAABARwAAsCUAABAAAAAmAAAACAAAAAK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>
            <a:lvl1pPr>
              <a:buClr>
                <a:schemeClr val="hlink"/>
              </a:buClr>
              <a:buFont typeface="Wingdings" pitchFamily="2" charset="2"/>
              <a:buChar char=""/>
            </a:lvl1pPr>
            <a:lvl3pPr>
              <a:buFont typeface="Wingdings" pitchFamily="2" charset="2"/>
            </a:lvl3pPr>
            <a:lvl5pPr>
              <a:buFont typeface="Wingdings" pitchFamily="2" charset="2"/>
            </a:lvl5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7E22-6CD2-1B88-9CF6-9ADD30B86ACF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0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1BA7-E9D2-1BED-9CF6-1FB855B86A4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Q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c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Q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AgNQAAsCUAABAAAAAmAAAACAAAAAOAAAAAAAAA"/>
              </a:ext>
            </a:extLst>
          </p:cNvSpPr>
          <p:nvPr>
            <p:ph idx="1"/>
          </p:nvPr>
        </p:nvSpPr>
        <p:spPr>
          <a:xfrm>
            <a:off x="609600" y="274320"/>
            <a:ext cx="8026400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>
            <a:lvl1pPr>
              <a:buClr>
                <a:schemeClr val="hlink"/>
              </a:buClr>
              <a:buFont typeface="Wingdings" pitchFamily="2" charset="2"/>
              <a:buChar char=""/>
            </a:lvl1pPr>
            <a:lvl3pPr>
              <a:buFont typeface="Wingdings" pitchFamily="2" charset="2"/>
            </a:lvl3pPr>
            <a:lvl5pPr>
              <a:buFont typeface="Wingdings" pitchFamily="2" charset="2"/>
            </a:lvl5pPr>
          </a:lstStyle>
          <a:p>
            <a:pPr>
              <a:buClr>
                <a:schemeClr val="hlink"/>
              </a:buClr>
              <a:buFont typeface="Wingdings" pitchFamily="2" charset="2"/>
              <a:buChar char="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Clr>
                <a:schemeClr val="hlink"/>
              </a:buClr>
              <a:buFont typeface="Wingdings" pitchFamily="2" charset="2"/>
              <a:buChar char="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Clr>
                <a:schemeClr val="hlink"/>
              </a:buClr>
              <a:buFont typeface="Wingdings" pitchFamily="2" charset="2"/>
              <a:buChar char=""/>
            </a:pPr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4E7D-33D2-1BB8-9CF6-C5ED00B86A90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657D-33D2-1B93-9CF6-C5C62BB86A90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19B6-F8D2-1BEF-9CF6-0EBA57B86A5B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6D96-D8D2-1B9B-9CF6-2ECE23B86A7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3A01-4FD2-1BCC-9CF6-B99974B86AEC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477A-34D2-1BB1-9CF6-C2E409B86A97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0203-4DD2-1BF4-9CF6-BBA14CB86AEE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5DDB-95D2-1BAB-9CF6-63FE13B86A3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6B9C-D2D2-1B9D-9CF6-24C825B86A71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0CDC-92D2-1BFA-9CF6-64AF42B86A31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000E-40D2-1BF6-9CF6-B6A34EB86AE3}" type="datetime1">
              <a:t>07.11.2025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7D8E-C0D2-1B8B-9CF6-36DE33B86A6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2A49-07D2-1BDC-9CF6-F18964B86AA4}" type="datetime1">
              <a:t>07.11.2025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535E-10D2-1BA5-9CF6-E6F01DB86AB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2E91-DFD2-1BD8-9CF6-298D60B86A7C}" type="datetime1">
              <a:t>07.11.2025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0FF1-BFD2-1BF9-9CF6-49AC41B86A1C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13ED-A3D2-1BE5-9CF6-55B05DB86A00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110F-41D2-1BE7-9CF6-B7B25FB86AE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1D35-7BD2-1BEB-9CF6-8DBE53B86AD8}" type="datetime1">
              <a:t>07.11.2025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0BD3-9DD2-1BFD-9CF6-6BA845B86A3E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4D7F-31D2-1BBB-9CF6-C7EE03B86A92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1019-57D2-1BE6-9CF6-A1B35EB86AF4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F4E006E-20D2-1BF6-9CF6-D6A34EB86A83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F4E3C88-C6D2-1BCA-9CF6-309F72B86A65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ity">
    <p:bg>
      <p:bgPr>
        <a:gradFill flip="none" rotWithShape="0">
          <a:gsLst>
            <a:gs pos="0">
              <a:schemeClr val="bg2"/>
            </a:gs>
            <a:gs pos="100000">
              <a:schemeClr val="accent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2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kdb5aBMAAAAlAAAAAQAAAA8BAAAAkAAAAEgAAACQAAAASAAAAAAAAAAAAAAAAAAAABcAAAAUAAAAAAAAAAAAAAD/fwAA/38AAAAAAAAJAAAABAAAAAA88/8fAAAAVAAAAAAAAAAAAAAAAAAAAAAAAAAAAAAAAAAAAAAAAAAAAAAAAAAAAAAAAAAAAAAAAAAAAAAAAAAAAAAAAAAAAAAAAAAAAAAAAAAAAAAAAAAAAAAAAAAAACEAAAAYAAAAFAAAAAAAAACwIgAAzigAADAqAAAQAAAAJgAAAAgAAAD/////AAAAAA=="/>
              </a:ext>
            </a:extLst>
          </p:cNvGrpSpPr>
          <p:nvPr/>
        </p:nvGrpSpPr>
        <p:grpSpPr>
          <a:xfrm>
            <a:off x="0" y="5638800"/>
            <a:ext cx="6633210" cy="1219200"/>
            <a:chOff x="0" y="5638800"/>
            <a:chExt cx="6633210" cy="1219200"/>
          </a:xfrm>
        </p:grpSpPr>
        <p:sp>
          <p:nvSpPr>
            <p:cNvPr id="34" name="Rectangle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AAAAALAiAAC5AgAAMCoAAAAAAAAmAAAACAAAAP//////////"/>
                </a:ext>
              </a:extLst>
            </p:cNvSpPr>
            <p:nvPr/>
          </p:nvSpPr>
          <p:spPr>
            <a:xfrm>
              <a:off x="0" y="5638800"/>
              <a:ext cx="442595" cy="12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3" name="Rectangle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AUAAOYjAAAkBwAAMCoAAAAAAAAmAAAACAAAAP//////////"/>
                </a:ext>
              </a:extLst>
            </p:cNvSpPr>
            <p:nvPr/>
          </p:nvSpPr>
          <p:spPr>
            <a:xfrm>
              <a:off x="883920" y="5835650"/>
              <a:ext cx="276860" cy="1022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2" name="Rectangle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awQAAFklAAAfBgAAMCoAAAAAAAAmAAAACAAAAP//////////"/>
                </a:ext>
              </a:extLst>
            </p:cNvSpPr>
            <p:nvPr/>
          </p:nvSpPr>
          <p:spPr>
            <a:xfrm>
              <a:off x="718185" y="6071235"/>
              <a:ext cx="276860" cy="786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1" name="Rectangle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DwMAAGojAADDBAAAMCoAAAAAAAAmAAAACAAAAP//////////"/>
                </a:ext>
              </a:extLst>
            </p:cNvSpPr>
            <p:nvPr/>
          </p:nvSpPr>
          <p:spPr>
            <a:xfrm>
              <a:off x="497205" y="5756910"/>
              <a:ext cx="276860" cy="11010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0" name="Rectangle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gIAAEknAAC+AwAAMCoAAAAAAAAmAAAACAAAAP//////////"/>
                </a:ext>
              </a:extLst>
            </p:cNvSpPr>
            <p:nvPr/>
          </p:nvSpPr>
          <p:spPr>
            <a:xfrm>
              <a:off x="331470" y="6386195"/>
              <a:ext cx="276860" cy="471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9" name="Rectangle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0gcAAGIkAADsDAAAMCoAAAAAAAAmAAAACAAAAP//////////"/>
                </a:ext>
              </a:extLst>
            </p:cNvSpPr>
            <p:nvPr/>
          </p:nvSpPr>
          <p:spPr>
            <a:xfrm>
              <a:off x="1271270" y="5914390"/>
              <a:ext cx="829310" cy="943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8" name="Rectangle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zQYAAFEmAACACAAAMCoAAAAAAAAmAAAACAAAAP//////////"/>
                </a:ext>
              </a:extLst>
            </p:cNvSpPr>
            <p:nvPr/>
          </p:nvSpPr>
          <p:spPr>
            <a:xfrm>
              <a:off x="1105535" y="6228715"/>
              <a:ext cx="276225" cy="629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7" name="Rectangle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igoAAKgjAAA+DAAAMCoAAAAAAAAmAAAACAAAAP//////////"/>
                </a:ext>
              </a:extLst>
            </p:cNvSpPr>
            <p:nvPr/>
          </p:nvSpPr>
          <p:spPr>
            <a:xfrm>
              <a:off x="1713230" y="5796280"/>
              <a:ext cx="276860" cy="1061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6" name="Rectangle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7AwAAM0mAAD3DgAAMCoAAAAAAAAmAAAACAAAAP//////////"/>
                </a:ext>
              </a:extLst>
            </p:cNvSpPr>
            <p:nvPr/>
          </p:nvSpPr>
          <p:spPr>
            <a:xfrm>
              <a:off x="2100580" y="6307455"/>
              <a:ext cx="332105" cy="550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5" name="Rectangle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9w4AABMmAACpEAAAMCoAAAAAAAAmAAAACAAAAP//////////"/>
                </a:ext>
              </a:extLst>
            </p:cNvSpPr>
            <p:nvPr/>
          </p:nvSpPr>
          <p:spPr>
            <a:xfrm>
              <a:off x="2432685" y="6189345"/>
              <a:ext cx="275590" cy="6686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4" name="Rectangle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LEAs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qRAAAKAkAABYEQAAMCoAAAAAAAAmAAAACAAAAP//////////"/>
                </a:ext>
              </a:extLst>
            </p:cNvSpPr>
            <p:nvPr/>
          </p:nvSpPr>
          <p:spPr>
            <a:xfrm>
              <a:off x="2708275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3" name="Rectangle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LEAs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rhEAAKAkAABdEgAAMCoAAAAAAAAmAAAACAAAAP//////////"/>
                </a:ext>
              </a:extLst>
            </p:cNvSpPr>
            <p:nvPr/>
          </p:nvSpPr>
          <p:spPr>
            <a:xfrm>
              <a:off x="2874010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2" name="Rectangle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LQAt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sxIAAKAkAABiEwAAMCoAAAAAAAAmAAAACAAAAP//////////"/>
                </a:ext>
              </a:extLst>
            </p:cNvSpPr>
            <p:nvPr/>
          </p:nvSpPr>
          <p:spPr>
            <a:xfrm>
              <a:off x="3039745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1" name="Rectangle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F4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WBEAAI8mAABsFQAAMCoAAAAAAAAmAAAACAAAAP//////////"/>
                </a:ext>
              </a:extLst>
            </p:cNvSpPr>
            <p:nvPr/>
          </p:nvSpPr>
          <p:spPr>
            <a:xfrm>
              <a:off x="2819400" y="6268085"/>
              <a:ext cx="662940" cy="589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20" name="Rectangle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Mc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uRMAAKAkAABnFAAAMCoAAAAAAAAmAAAACAAAAP//////////"/>
                </a:ext>
              </a:extLst>
            </p:cNvSpPr>
            <p:nvPr/>
          </p:nvSpPr>
          <p:spPr>
            <a:xfrm>
              <a:off x="3206115" y="5953760"/>
              <a:ext cx="110490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9" name="Rectangle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vhQAAKAkAABsFQAAMCoAAAAAAAAmAAAACAAAAP//////////"/>
                </a:ext>
              </a:extLst>
            </p:cNvSpPr>
            <p:nvPr/>
          </p:nvSpPr>
          <p:spPr>
            <a:xfrm>
              <a:off x="3371850" y="5953760"/>
              <a:ext cx="110490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8" name="Rectangle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qRAAAKAkAABsFQAA1SUAAAAAAAAmAAAACAAAAP//////////"/>
                </a:ext>
              </a:extLst>
            </p:cNvSpPr>
            <p:nvPr/>
          </p:nvSpPr>
          <p:spPr>
            <a:xfrm rot="5400000">
              <a:off x="2997200" y="5664835"/>
              <a:ext cx="196215" cy="774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7" name="Rectangle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Hk9Ij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bBUAAHYpAAAvGgAAMCoAAAAAAAAmAAAACAAAAP//////////"/>
                </a:ext>
              </a:extLst>
            </p:cNvSpPr>
            <p:nvPr/>
          </p:nvSpPr>
          <p:spPr>
            <a:xfrm rot="5400000">
              <a:off x="3810000" y="6412230"/>
              <a:ext cx="118110" cy="774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6" name="Rectangle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GYzOE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GxYAAMUnAAAgFwAAMCoAAAAAAAAmAAAACAAAAP//////////"/>
                </a:ext>
              </a:extLst>
            </p:cNvSpPr>
            <p:nvPr/>
          </p:nvSpPr>
          <p:spPr>
            <a:xfrm>
              <a:off x="3593465" y="6464935"/>
              <a:ext cx="165735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5" name="Rectangle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R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dhcAAMUnAAB8GAAAMCoAAAAAAAAmAAAACAAAAP//////////"/>
                </a:ext>
              </a:extLst>
            </p:cNvSpPr>
            <p:nvPr/>
          </p:nvSpPr>
          <p:spPr>
            <a:xfrm>
              <a:off x="3813810" y="6464935"/>
              <a:ext cx="166370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4" name="Rectangle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HU1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0hgAAMUnAADXGQAAMCoAAAAAAAAmAAAACAAAAP//////////"/>
                </a:ext>
              </a:extLst>
            </p:cNvSpPr>
            <p:nvPr/>
          </p:nvSpPr>
          <p:spPr>
            <a:xfrm>
              <a:off x="4034790" y="6464935"/>
              <a:ext cx="165735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3" name="Rectangle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Js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2RUAAIcnAAAhGgAAQCgAAAAAAAAmAAAACAAAAP//////////"/>
                </a:ext>
              </a:extLst>
            </p:cNvSpPr>
            <p:nvPr/>
          </p:nvSpPr>
          <p:spPr>
            <a:xfrm rot="5400000">
              <a:off x="3840480" y="6136640"/>
              <a:ext cx="117475" cy="695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2" name="Rectangle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K2XVV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LxoAALwoAADiGwAAMCoAAAAAAAAmAAAACAAAAP//////////"/>
                </a:ext>
              </a:extLst>
            </p:cNvSpPr>
            <p:nvPr/>
          </p:nvSpPr>
          <p:spPr>
            <a:xfrm rot="5400000">
              <a:off x="4276090" y="6602095"/>
              <a:ext cx="236220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1" name="Rectangle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GVvb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hsAAI8mAADnHAAAMCoAAAAAAAAmAAAACAAAAP//////////"/>
                </a:ext>
              </a:extLst>
            </p:cNvSpPr>
            <p:nvPr/>
          </p:nvSpPr>
          <p:spPr>
            <a:xfrm rot="5400000">
              <a:off x="4320540" y="6480175"/>
              <a:ext cx="58991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10" name="Rectangle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yp9F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5xwAAKAkAACgHwAAMCoAAAAAAAAmAAAACAAAAP//////////"/>
                </a:ext>
              </a:extLst>
            </p:cNvSpPr>
            <p:nvPr/>
          </p:nvSpPr>
          <p:spPr>
            <a:xfrm rot="5400000">
              <a:off x="4467860" y="6184265"/>
              <a:ext cx="904240" cy="4425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9" name="Rectangle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FNwU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B8AAIcnAAClIAAAMCoAAAAAAAAmAAAACAAAAP//////////"/>
                </a:ext>
              </a:extLst>
            </p:cNvSpPr>
            <p:nvPr/>
          </p:nvSpPr>
          <p:spPr>
            <a:xfrm rot="5400000">
              <a:off x="5007610" y="6558915"/>
              <a:ext cx="43243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8" name="Rectangle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pSAAAJclAAALJAAAMCoAAAAAAAAmAAAACAAAAP//////////"/>
                </a:ext>
              </a:extLst>
            </p:cNvSpPr>
            <p:nvPr/>
          </p:nvSpPr>
          <p:spPr>
            <a:xfrm rot="5400000">
              <a:off x="5209540" y="6207760"/>
              <a:ext cx="747395" cy="552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7" name="Rectangle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CI1OC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qiEAACQkAAAGIwAAMCoAAAAAAAAmAAAACAAAAP//////////"/>
                </a:ext>
              </a:extLst>
            </p:cNvSpPr>
            <p:nvPr/>
          </p:nvSpPr>
          <p:spPr>
            <a:xfrm rot="5400000">
              <a:off x="5091430" y="6256020"/>
              <a:ext cx="982980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" name="Rectangle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C93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yQAAM0mAAAQJQAAMCoAAAAAAAAmAAAACAAAAP//////////"/>
                </a:ext>
              </a:extLst>
            </p:cNvSpPr>
            <p:nvPr/>
          </p:nvSpPr>
          <p:spPr>
            <a:xfrm rot="5400000">
              <a:off x="5666740" y="6499860"/>
              <a:ext cx="55054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" name="Rectangle1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ECUAAFEmAADEJgAAMCoAAAAAAAAmAAAACAAAAP//////////"/>
                </a:ext>
              </a:extLst>
            </p:cNvSpPr>
            <p:nvPr/>
          </p:nvSpPr>
          <p:spPr>
            <a:xfrm rot="5400000">
              <a:off x="5848985" y="6404610"/>
              <a:ext cx="629285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" name="Rectangle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GicAAGojAADOKAAAMCoAAAAAAAAmAAAACAAAAP//////////"/>
                </a:ext>
              </a:extLst>
            </p:cNvSpPr>
            <p:nvPr/>
          </p:nvSpPr>
          <p:spPr>
            <a:xfrm rot="5400000">
              <a:off x="5944235" y="6169025"/>
              <a:ext cx="1101090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" name="Rectangle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FSYAAAMoAADJJwAAMCoAAAAAAAAmAAAACAAAAP//////////"/>
                </a:ext>
              </a:extLst>
            </p:cNvSpPr>
            <p:nvPr/>
          </p:nvSpPr>
          <p:spPr>
            <a:xfrm rot="5400000">
              <a:off x="6152515" y="6542405"/>
              <a:ext cx="353695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</p:grpSp>
      <p:grpSp>
        <p:nvGrpSpPr>
          <p:cNvPr id="35" name="Group1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kdb5aBMAAAAlAAAAAQAAAA8BAAAAkAAAAEgAAACQAAAASAAAAAAAAAAAAAAAAAAAABcAAAAUAAAAAAAAAAAAAAD/fwAA/38AAAAAAAAJAAAABAAAAAAAAAAfAAAAVAAAAAAAAAAAAAAAAAAAAAAAAAAAAAAAAAAAAAAAAAAAAAAAAAAAAAAAAAAAAAAAAAAAAAAAAAAAAAAAAAAAAAAAAAAAAAAAAAAAAAAAAAAAAAAAAAAAACEAAAAYAAAAFAAAAFMmAABpIwAAAEsAADAqAAAQAAAAJgAAAAgAAAD/////AAAAAA=="/>
              </a:ext>
            </a:extLst>
          </p:cNvGrpSpPr>
          <p:nvPr/>
        </p:nvGrpSpPr>
        <p:grpSpPr>
          <a:xfrm>
            <a:off x="6229985" y="5756275"/>
            <a:ext cx="5962015" cy="1101725"/>
            <a:chOff x="6229985" y="5756275"/>
            <a:chExt cx="5962015" cy="1101725"/>
          </a:xfrm>
        </p:grpSpPr>
        <p:sp>
          <p:nvSpPr>
            <p:cNvPr id="65" name="Rectangle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UUgAAIAlAAAASwAAMCoAAAAAAAAmAAAACAAAAP//////////"/>
                </a:ext>
              </a:extLst>
            </p:cNvSpPr>
            <p:nvPr/>
          </p:nvSpPr>
          <p:spPr>
            <a:xfrm flipH="1">
              <a:off x="11755755" y="6096000"/>
              <a:ext cx="436245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4" name="Rectangle1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7kMAAOYjAACdRQAAMCoAAAAAAAAmAAAACAAAAP//////////"/>
                </a:ext>
              </a:extLst>
            </p:cNvSpPr>
            <p:nvPr/>
          </p:nvSpPr>
          <p:spPr>
            <a:xfrm flipH="1">
              <a:off x="11042650" y="5835650"/>
              <a:ext cx="273685" cy="1022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3" name="Rectangle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80QAAFolAACiRgAAMCoAAAAAAAAmAAAACAAAAP//////////"/>
                </a:ext>
              </a:extLst>
            </p:cNvSpPr>
            <p:nvPr/>
          </p:nvSpPr>
          <p:spPr>
            <a:xfrm flipH="1">
              <a:off x="11208385" y="6071870"/>
              <a:ext cx="273685" cy="786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2" name="Rectangle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SkYAAGkjAAD5RwAAMCoAAAAAAAAmAAAACAAAAP//////////"/>
                </a:ext>
              </a:extLst>
            </p:cNvSpPr>
            <p:nvPr/>
          </p:nvSpPr>
          <p:spPr>
            <a:xfrm flipH="1">
              <a:off x="11426190" y="5756275"/>
              <a:ext cx="273685" cy="11017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1" name="Rectangle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TEcAAEknAAD7SAAAMCoAAAAAAAAmAAAACAAAAP//////////"/>
                </a:ext>
              </a:extLst>
            </p:cNvSpPr>
            <p:nvPr/>
          </p:nvSpPr>
          <p:spPr>
            <a:xfrm flipH="1">
              <a:off x="11590020" y="6386195"/>
              <a:ext cx="273685" cy="471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60" name="Rectangle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1TwAAIAlAADhQQAAMCoAAAAAAAAmAAAACAAAAP//////////"/>
                </a:ext>
              </a:extLst>
            </p:cNvSpPr>
            <p:nvPr/>
          </p:nvSpPr>
          <p:spPr>
            <a:xfrm flipH="1">
              <a:off x="9888855" y="6096000"/>
              <a:ext cx="820420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9" name="Rectangle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lkIAAFImAABFRAAAMCoAAAAAAAAmAAAACAAAAP//////////"/>
                </a:ext>
              </a:extLst>
            </p:cNvSpPr>
            <p:nvPr/>
          </p:nvSpPr>
          <p:spPr>
            <a:xfrm flipH="1">
              <a:off x="10824210" y="6229350"/>
              <a:ext cx="273685" cy="628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8" name="Rectangle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j4AAKcjAACRQAAAMCoAAAAAAAAmAAAACAAAAP//////////"/>
                </a:ext>
              </a:extLst>
            </p:cNvSpPr>
            <p:nvPr/>
          </p:nvSpPr>
          <p:spPr>
            <a:xfrm flipH="1">
              <a:off x="10222230" y="5795645"/>
              <a:ext cx="273685" cy="1062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7" name="Rectangle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FUEAANgnAAAbQwAAMCoAAAAAAAAmAAAACAAAAP//////////"/>
                </a:ext>
              </a:extLst>
            </p:cNvSpPr>
            <p:nvPr/>
          </p:nvSpPr>
          <p:spPr>
            <a:xfrm flipH="1">
              <a:off x="10579735" y="6477000"/>
              <a:ext cx="32893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6" name="Rectangle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jUAABQmAAC5NgAAMCoAAAAAAAAmAAAACAAAAP//////////"/>
                </a:ext>
              </a:extLst>
            </p:cNvSpPr>
            <p:nvPr/>
          </p:nvSpPr>
          <p:spPr>
            <a:xfrm flipH="1">
              <a:off x="8622030" y="6189980"/>
              <a:ext cx="273685" cy="668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5" name="Rectangle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5zsAAJ8kAACUPAAAMCoAAAAAAAAmAAAACAAAAP//////////"/>
                </a:ext>
              </a:extLst>
            </p:cNvSpPr>
            <p:nvPr/>
          </p:nvSpPr>
          <p:spPr>
            <a:xfrm flipH="1">
              <a:off x="9737725" y="5953125"/>
              <a:ext cx="109855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4" name="Rectangle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5joAAJ8kAACQOwAAMCoAAAAAAAAmAAAACAAAAP//////////"/>
                </a:ext>
              </a:extLst>
            </p:cNvSpPr>
            <p:nvPr/>
          </p:nvSpPr>
          <p:spPr>
            <a:xfrm flipH="1">
              <a:off x="9574530" y="5953125"/>
              <a:ext cx="10795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3" name="Rectangle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TkAAJ8kAACPOgAAMCoAAAAAAAAmAAAACAAAAP//////////"/>
                </a:ext>
              </a:extLst>
            </p:cNvSpPr>
            <p:nvPr/>
          </p:nvSpPr>
          <p:spPr>
            <a:xfrm flipH="1">
              <a:off x="9408795" y="5953125"/>
              <a:ext cx="11049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2" name="Rectangle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DcAAI4mAADnOwAAMCoAAAAAAAAmAAAACAAAAP//////////"/>
                </a:ext>
              </a:extLst>
            </p:cNvSpPr>
            <p:nvPr/>
          </p:nvSpPr>
          <p:spPr>
            <a:xfrm flipH="1">
              <a:off x="9083040" y="6267450"/>
              <a:ext cx="654685" cy="590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1" name="Rectangle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DgAAJ8kAACOOQAAMCoAAAAAAAAmAAAACAAAAP//////////"/>
                </a:ext>
              </a:extLst>
            </p:cNvSpPr>
            <p:nvPr/>
          </p:nvSpPr>
          <p:spPr>
            <a:xfrm flipH="1">
              <a:off x="9245600" y="5953125"/>
              <a:ext cx="11049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50" name="Rectangle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DcAAJ8kAACKOAAAMCoAAAAAAAAmAAAACAAAAP//////////"/>
                </a:ext>
              </a:extLst>
            </p:cNvSpPr>
            <p:nvPr/>
          </p:nvSpPr>
          <p:spPr>
            <a:xfrm flipH="1">
              <a:off x="9083040" y="5953125"/>
              <a:ext cx="10795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9" name="Rectangle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4DcAAJ8kAACUPAAA1SUAAAAAAAAmAAAACAAAAP//////////"/>
                </a:ext>
              </a:extLst>
            </p:cNvSpPr>
            <p:nvPr/>
          </p:nvSpPr>
          <p:spPr>
            <a:xfrm rot="16200000" flipH="1">
              <a:off x="9366885" y="5669280"/>
              <a:ext cx="196850" cy="764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8" name="Rectangle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Gy8AAHcpAADUMwAAMCoAAAAAAAAmAAAACAAAAP//////////"/>
                </a:ext>
              </a:extLst>
            </p:cNvSpPr>
            <p:nvPr/>
          </p:nvSpPr>
          <p:spPr>
            <a:xfrm rot="16200000" flipH="1">
              <a:off x="7982585" y="6415405"/>
              <a:ext cx="117475" cy="767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7" name="Rectangle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JTIAAMQnAAAmMwAAMCoAAAAAAAAmAAAACAAAAP//////////"/>
                </a:ext>
              </a:extLst>
            </p:cNvSpPr>
            <p:nvPr/>
          </p:nvSpPr>
          <p:spPr>
            <a:xfrm flipH="1">
              <a:off x="8151495" y="6464300"/>
              <a:ext cx="16319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6" name="Rectangle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yjAAAMQnAADPMQAAMCoAAAAAAAAmAAAACAAAAP//////////"/>
                </a:ext>
              </a:extLst>
            </p:cNvSpPr>
            <p:nvPr/>
          </p:nvSpPr>
          <p:spPr>
            <a:xfrm flipH="1">
              <a:off x="7931150" y="6464300"/>
              <a:ext cx="16573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5" name="Rectangle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i8AAMQnAAB3MAAAMCoAAAAAAAAmAAAACAAAAP//////////"/>
                </a:ext>
              </a:extLst>
            </p:cNvSpPr>
            <p:nvPr/>
          </p:nvSpPr>
          <p:spPr>
            <a:xfrm flipH="1">
              <a:off x="7712710" y="6464300"/>
              <a:ext cx="16573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4" name="Rectangle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Ki8AAIUnAABmMwAAQSgAAAAAAAAmAAAACAAAAP//////////"/>
                </a:ext>
              </a:extLst>
            </p:cNvSpPr>
            <p:nvPr/>
          </p:nvSpPr>
          <p:spPr>
            <a:xfrm rot="16200000" flipH="1">
              <a:off x="7951470" y="6139815"/>
              <a:ext cx="119380" cy="688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3" name="Rectangle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nzMAALsoAABONQAAMCoAAAAAAAAmAAAACAAAAP//////////"/>
                </a:ext>
              </a:extLst>
            </p:cNvSpPr>
            <p:nvPr/>
          </p:nvSpPr>
          <p:spPr>
            <a:xfrm rot="16200000" flipH="1">
              <a:off x="8409940" y="6602730"/>
              <a:ext cx="236855" cy="2736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2" name="Rectangle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Zi4AAI4mAABnLwAAMCoAAAAAAAAmAAAACAAAAP//////////"/>
                </a:ext>
              </a:extLst>
            </p:cNvSpPr>
            <p:nvPr/>
          </p:nvSpPr>
          <p:spPr>
            <a:xfrm rot="16200000" flipH="1">
              <a:off x="7329170" y="6480810"/>
              <a:ext cx="590550" cy="16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1" name="Rectangle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tisAAJ8kAABmLgAAMCoAAAAAAAAmAAAACAAAAP//////////"/>
                </a:ext>
              </a:extLst>
            </p:cNvSpPr>
            <p:nvPr/>
          </p:nvSpPr>
          <p:spPr>
            <a:xfrm rot="16200000" flipH="1">
              <a:off x="6871970" y="6186805"/>
              <a:ext cx="904875" cy="436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40" name="Rectangle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sSoAAIUnAAC2KwAAMCoAAAAAAAAmAAAACAAAAP//////////"/>
                </a:ext>
              </a:extLst>
            </p:cNvSpPr>
            <p:nvPr/>
          </p:nvSpPr>
          <p:spPr>
            <a:xfrm rot="16200000" flipH="1">
              <a:off x="6805930" y="6558280"/>
              <a:ext cx="43370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9" name="Rectangle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VCcAAJYlAACxKgAAMCoAAAAAAAAmAAAACAAAAP//////////"/>
                </a:ext>
              </a:extLst>
            </p:cNvSpPr>
            <p:nvPr/>
          </p:nvSpPr>
          <p:spPr>
            <a:xfrm rot="16200000" flipH="1">
              <a:off x="6292850" y="6210300"/>
              <a:ext cx="748030" cy="546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8" name="Rectangle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UyYAAM0mAABUJwAAMCoAAAAAAAAmAAAACAAAAP//////////"/>
                </a:ext>
              </a:extLst>
            </p:cNvSpPr>
            <p:nvPr/>
          </p:nvSpPr>
          <p:spPr>
            <a:xfrm rot="16200000" flipH="1">
              <a:off x="6036310" y="6501130"/>
              <a:ext cx="550545" cy="16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7" name="Rectangle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IDwAALsoAADOPQAAMCoAAAAAAAAmAAAACAAAAP//////////"/>
                </a:ext>
              </a:extLst>
            </p:cNvSpPr>
            <p:nvPr/>
          </p:nvSpPr>
          <p:spPr>
            <a:xfrm rot="16200000" flipH="1">
              <a:off x="9791700" y="6603365"/>
              <a:ext cx="236855" cy="273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  <p:sp>
          <p:nvSpPr>
            <p:cNvPr id="36" name="Rectangle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0AAAAAkAAAAEgAAACQAAAASAAAAAAAAAABAAAAAAAAAAEAAABQAAAAAAAAAAAA4D8AAAAAAADgPwAAAAAAAOA/AAAAAAAA4D8AAAAAAADgPwAAAAAAAOA/AAAAAAAA4D8AAAAAAADgPwAAAAAAAOA/AAAAAAAA4D8CAAAAjAAAAAEAAAAAAAAA////CP///wgAAAAAAAAAAAAAAAAAAAAAAAAAAAAAAAAAAAAAeAAAAAEAAABAAAAAAAAAAAAAAABaAAAAAAAAAAAAAAAAAAAAAAAAAAAAAAAAAAAAAAAAAAAAAAAAAAAAAAAAAAAAAAAAAAAAAAAAAAAAAAAAAAAAAAAAAAAAAAAAAAAAFAAAADwAAAAAAAAAAAAAAAAAAAkBAAAAAQAAAAEAAAABAAAAAQAAAAEAAAAAAAAAZAAAAGQAAAAAAAAAZAAAAGQAAAAVAAAAYAAAAAAAAAAAAAAAEg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vzUAAGAnAACVOAAAMCoAAAAAAAAmAAAACAAAAP//////////"/>
                </a:ext>
              </a:extLst>
            </p:cNvSpPr>
            <p:nvPr/>
          </p:nvSpPr>
          <p:spPr>
            <a:xfrm rot="16200000" flipH="1">
              <a:off x="8738870" y="6398895"/>
              <a:ext cx="457200" cy="4610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sp>
      </p:grpSp>
      <p:sp>
        <p:nvSpPr>
          <p:cNvPr id="66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67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>
              <a:buFont typeface="Wingdings" pitchFamily="2" charset="2"/>
            </a:pPr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>
              <a:buFont typeface="Wingdings" pitchFamily="2" charset="2"/>
            </a:pPr>
            <a:r>
              <a:t>Third level</a:t>
            </a:r>
          </a:p>
          <a:p>
            <a:pPr lvl="3"/>
            <a:r>
              <a:t>Fourth level</a:t>
            </a:r>
          </a:p>
          <a:p>
            <a:pPr lvl="4">
              <a:buFont typeface="Wingdings" pitchFamily="2" charset="2"/>
            </a:pPr>
            <a:r>
              <a:t>Fifth level</a:t>
            </a:r>
          </a:p>
        </p:txBody>
      </p:sp>
      <p:sp>
        <p:nvSpPr>
          <p:cNvPr id="68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BsnAABA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>
                <a:latin typeface="Segoe UI" pitchFamily="2" charset="-52"/>
                <a:ea typeface="SimSun" charset="0"/>
                <a:cs typeface="Times New Roman" pitchFamily="1" charset="-52"/>
              </a:defRPr>
            </a:lvl1pPr>
          </a:lstStyle>
          <a:p>
            <a:fld id="{3F4E3EDD-93D2-1BC8-9CF6-659D70B86A30}" type="datetime1">
              <a:t>07.11.2025</a:t>
            </a:fld>
            <a:endParaRPr/>
          </a:p>
        </p:txBody>
      </p:sp>
      <p:sp>
        <p:nvSpPr>
          <p:cNvPr id="69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BkAABsnAABg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>
                <a:latin typeface="Segoe UI" pitchFamily="2" charset="-52"/>
                <a:ea typeface="SimSun" charset="0"/>
                <a:cs typeface="Times New Roman" pitchFamily="1" charset="-52"/>
              </a:defRPr>
            </a:lvl1pPr>
          </a:lstStyle>
          <a:p>
            <a:endParaRPr/>
          </a:p>
        </p:txBody>
      </p:sp>
      <p:sp>
        <p:nvSpPr>
          <p:cNvPr id="70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D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>
                <a:latin typeface="Segoe UI" pitchFamily="2" charset="-52"/>
                <a:ea typeface="SimSun" charset="0"/>
                <a:cs typeface="Times New Roman" pitchFamily="1" charset="-52"/>
              </a:defRPr>
            </a:lvl1pPr>
          </a:lstStyle>
          <a:p>
            <a:fld id="{3F4E4B0C-42D2-1BBD-9CF6-B4E805B86AE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1" i="0" u="none" strike="noStrike" kern="1" cap="none" spc="0" baseline="0">
          <a:solidFill>
            <a:schemeClr val="tx2"/>
          </a:solidFill>
          <a:effectLst>
            <a:outerShdw dist="63500" dir="3600000" algn="tl" rotWithShape="0">
              <a:srgbClr val="000000">
                <a:alpha val="40000"/>
              </a:srgbClr>
            </a:outerShdw>
          </a:effectLst>
          <a:latin typeface="Segoe UI" pitchFamily="2" charset="-52"/>
          <a:ea typeface="Segoe UI" pitchFamily="2" charset="-52"/>
          <a:cs typeface="Segoe UI" pitchFamily="2" charset="-52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titleStyle>
    <p:body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 pitchFamily="2" charset="2"/>
        <a:buChar char=""/>
        <a:tabLst/>
        <a:defRPr sz="3200" b="0" i="0" u="none" strike="noStrike" kern="1" cap="none" spc="0" baseline="0">
          <a:solidFill>
            <a:schemeClr val="tx1"/>
          </a:solidFill>
          <a:effectLst/>
          <a:latin typeface="Segoe UI" pitchFamily="2" charset="-52"/>
          <a:ea typeface="Segoe UI" pitchFamily="2" charset="-52"/>
          <a:cs typeface="Segoe UI" pitchFamily="2" charset="-52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Segoe UI" pitchFamily="2" charset="-52"/>
          <a:ea typeface="Segoe UI" pitchFamily="2" charset="-52"/>
          <a:cs typeface="Segoe UI" pitchFamily="2" charset="-52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 pitchFamily="2" charset="2"/>
        <a:buChar char=""/>
        <a:tabLst/>
        <a:defRPr sz="2400" b="0" i="0" u="none" strike="noStrike" kern="1" cap="none" spc="0" baseline="0">
          <a:solidFill>
            <a:schemeClr val="tx1"/>
          </a:solidFill>
          <a:effectLst/>
          <a:latin typeface="Segoe UI" pitchFamily="2" charset="-52"/>
          <a:ea typeface="Segoe UI" pitchFamily="2" charset="-52"/>
          <a:cs typeface="Segoe UI" pitchFamily="2" charset="-52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Segoe UI" pitchFamily="2" charset="-52"/>
          <a:ea typeface="Segoe UI" pitchFamily="2" charset="-52"/>
          <a:cs typeface="Segoe UI" pitchFamily="2" charset="-52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 pitchFamily="2" charset="2"/>
        <a:buChar char=""/>
        <a:tabLst/>
        <a:defRPr sz="2000" b="0" i="0" u="none" strike="noStrike" kern="1" cap="none" spc="0" baseline="0">
          <a:solidFill>
            <a:schemeClr val="tx1"/>
          </a:solidFill>
          <a:effectLst/>
          <a:latin typeface="Segoe UI" pitchFamily="2" charset="-52"/>
          <a:ea typeface="Segoe UI" pitchFamily="2" charset="-52"/>
          <a:cs typeface="Segoe UI" pitchFamily="2" charset="-52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Оформление по умолчан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fld id="{3F4E1E42-0CD2-1BE8-9CF6-FABD50B86AAF}" type="datetime1">
              <a:t>07.11.2025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F4E5495-DBD2-1BA2-9CF6-2DF71AB86A7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charset="0"/>
          <a:cs typeface="Times New Roman" pitchFamily="1" charset="-5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5.sv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:extLst>
          <p:ext uri="smNativeData">
            <pr:smNativeData xmlns="smNativeData" xmlns:pr="smNativeData" xmlns:p15="http://schemas.microsoft.com/office/powerpoint/2012/main" val="kdb5aAAAAAAUBQAAAAAAAAAAAAAAAAAAAAAAAAAAAAABAAAAAAAAAAAAAAAAAAAAAAAAAAEAAAABAAAA" duo="kdb5aAAAAAAAAAAAAAAAAAAAAAA="/>
          </p:ext>
        </p:extLst>
      </p:transition>
    </mc:Choice>
    <mc:Fallback xmlns="">
      <p:transition spd="slow" advClick="0" advTm="0">
        <p:extLst>
          <p:ext uri="smNativeData">
            <pr:smNativeData xmlns="smNativeData" xmlns:pr="smNativeData" xmlns:p15="http://schemas.microsoft.com/office/powerpoint/2012/main" xmlns:p14="http://schemas.microsoft.com/office/powerpoint/2010/main" val="kdb5aAAAAAAUBQAAAAAAAAAAAAAAAAAAAAAAAAAAAAABAAAAAAAAAAAAAAAAAAAAAAAAAAEAAAABAAAA" duo="kdb5aAAAAAAAAAAAAAAAAAAAAAA="/>
          </p:ext>
        </p:extLst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oAUAABoNAABgRQAAJhY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 algn="ctr">
              <a:defRPr cap="none">
                <a:effectLst/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Проект на тему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sz="30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"Методы статического анализа качества исходного кода"</a:t>
            </a:r>
          </a:p>
          <a:p>
            <a:pPr>
              <a:defRPr sz="30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endParaRPr/>
          </a:p>
        </p:txBody>
      </p:sp>
      <p:pic>
        <p:nvPicPr>
          <p:cNvPr id="5" name="Рисунок 4" descr="Оригами птица">
            <a:extLst>
              <a:ext uri="{FF2B5EF4-FFF2-40B4-BE49-F238E27FC236}">
                <a16:creationId xmlns:a16="http://schemas.microsoft.com/office/drawing/2014/main" id="{7DBA8228-E2F9-B37A-B8E1-09068B1F7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56546" y="10484436"/>
            <a:ext cx="4572000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3A851E-494F-BD6C-EC42-454DB7E4A73B}"/>
              </a:ext>
            </a:extLst>
          </p:cNvPr>
          <p:cNvSpPr txBox="1"/>
          <p:nvPr/>
        </p:nvSpPr>
        <p:spPr>
          <a:xfrm>
            <a:off x="157936" y="118858"/>
            <a:ext cx="52916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latin typeface="Bahnschrift SemiBold"/>
                <a:ea typeface="SimSun"/>
                <a:cs typeface="Times New Roman"/>
              </a:rPr>
              <a:t>Лукьяненко Олег Дмитриевич 3834.9</a:t>
            </a:r>
            <a:endParaRPr lang="ru-RU" sz="2000" dirty="0">
              <a:latin typeface="Bahnschrift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cap="none">
                <a:effectLst/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Структура презентации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iAMAACoQAAAIRwAAVx8AABAAAAAmAAAACAAAAAEAAAAAAAAA"/>
              </a:ext>
            </a:extLst>
          </p:cNvSpPr>
          <p:nvPr>
            <p:ph type="body" idx="1"/>
          </p:nvPr>
        </p:nvSpPr>
        <p:spPr>
          <a:xfrm>
            <a:off x="1407926" y="1693102"/>
            <a:ext cx="10225177" cy="24669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buClrTx/>
              <a:buNone/>
              <a:defRPr sz="3000" cap="none"/>
            </a:pPr>
            <a:r>
              <a:rPr dirty="0">
                <a:latin typeface="Segoe UI"/>
                <a:cs typeface="Segoe UI"/>
              </a:rPr>
              <a:t>Актуальность</a:t>
            </a:r>
            <a:endParaRPr lang="ru-RU" dirty="0">
              <a:latin typeface="Segoe UI"/>
              <a:cs typeface="Segoe UI"/>
            </a:endParaRPr>
          </a:p>
          <a:p>
            <a:pPr>
              <a:buClrTx/>
              <a:buNone/>
              <a:defRPr sz="3000" cap="none"/>
            </a:pPr>
            <a:endParaRPr lang="ru-RU" dirty="0">
              <a:latin typeface="Segoe UI"/>
              <a:cs typeface="Segoe UI"/>
            </a:endParaRPr>
          </a:p>
          <a:p>
            <a:pPr>
              <a:buClrTx/>
              <a:buNone/>
              <a:defRPr sz="3000" cap="none"/>
            </a:pPr>
            <a:r>
              <a:rPr dirty="0" err="1">
                <a:latin typeface="Segoe UI"/>
                <a:cs typeface="Segoe UI"/>
              </a:rPr>
              <a:t>Цели</a:t>
            </a:r>
            <a:r>
              <a:rPr dirty="0">
                <a:latin typeface="Segoe UI"/>
                <a:cs typeface="Segoe UI"/>
              </a:rPr>
              <a:t> и </a:t>
            </a:r>
            <a:r>
              <a:rPr dirty="0" err="1">
                <a:latin typeface="Segoe UI"/>
                <a:cs typeface="Segoe UI"/>
              </a:rPr>
              <a:t>задачи</a:t>
            </a:r>
            <a:r>
              <a:rPr dirty="0">
                <a:latin typeface="Segoe UI"/>
                <a:cs typeface="Segoe UI"/>
              </a:rPr>
              <a:t> </a:t>
            </a:r>
          </a:p>
          <a:p>
            <a:pPr>
              <a:buClrTx/>
              <a:buNone/>
              <a:defRPr sz="3000" cap="none"/>
            </a:pPr>
            <a:endParaRPr lang="ru-RU" dirty="0">
              <a:latin typeface="Segoe UI"/>
              <a:cs typeface="Segoe UI"/>
            </a:endParaRPr>
          </a:p>
          <a:p>
            <a:pPr>
              <a:buClrTx/>
              <a:buNone/>
              <a:defRPr sz="3000" cap="none"/>
            </a:pPr>
            <a:r>
              <a:rPr dirty="0" err="1">
                <a:latin typeface="Segoe UI"/>
                <a:cs typeface="Segoe UI"/>
              </a:rPr>
              <a:t>Основная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часть</a:t>
            </a:r>
          </a:p>
          <a:p>
            <a:pPr>
              <a:buClrTx/>
              <a:buNone/>
              <a:defRPr sz="3000" cap="none"/>
            </a:pPr>
            <a:endParaRPr lang="ru-RU" dirty="0">
              <a:latin typeface="Segoe UI"/>
              <a:cs typeface="Segoe UI"/>
            </a:endParaRPr>
          </a:p>
          <a:p>
            <a:pPr>
              <a:buClrTx/>
              <a:buNone/>
              <a:defRPr sz="3000" cap="none"/>
            </a:pPr>
            <a:r>
              <a:rPr err="1">
                <a:latin typeface="Segoe UI"/>
                <a:cs typeface="Segoe UI"/>
              </a:rPr>
              <a:t>Выводы</a:t>
            </a:r>
            <a:endParaRPr>
              <a:latin typeface="Segoe UI"/>
              <a:cs typeface="Segoe UI"/>
            </a:endParaRPr>
          </a:p>
        </p:txBody>
      </p:sp>
      <p:sp>
        <p:nvSpPr>
          <p:cNvPr id="4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GMI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J/f38AgICAA8zMzADAwP8Af39/AAAAAAAAAAAAAAAAAAAAAAAAAAAAIQAAABgAAAAUAAAAiAMAAOsLAACCRwAAcw8AABAAAAAmAAAACAAAAP//////////"/>
              </a:ext>
            </a:extLst>
          </p:cNvSpPr>
          <p:nvPr/>
        </p:nvSpPr>
        <p:spPr>
          <a:xfrm>
            <a:off x="574040" y="1937385"/>
            <a:ext cx="11050270" cy="574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3000"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endParaRPr/>
          </a:p>
        </p:txBody>
      </p:sp>
      <p:pic>
        <p:nvPicPr>
          <p:cNvPr id="5" name="Рисунок 4" descr="Оригами птица">
            <a:extLst>
              <a:ext uri="{FF2B5EF4-FFF2-40B4-BE49-F238E27FC236}">
                <a16:creationId xmlns:a16="http://schemas.microsoft.com/office/drawing/2014/main" id="{C8D82823-065B-10D6-114E-FAAE54C6C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019" y="956094"/>
            <a:ext cx="4572000" cy="4572000"/>
          </a:xfrm>
          <a:prstGeom prst="rect">
            <a:avLst/>
          </a:prstGeom>
        </p:spPr>
      </p:pic>
      <p:pic>
        <p:nvPicPr>
          <p:cNvPr id="6" name="Рисунок 5" descr="Книги со сплошной заливкой">
            <a:extLst>
              <a:ext uri="{FF2B5EF4-FFF2-40B4-BE49-F238E27FC236}">
                <a16:creationId xmlns:a16="http://schemas.microsoft.com/office/drawing/2014/main" id="{D11E062E-CCA0-2C8B-7A43-B6DBB51181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863" y="3430975"/>
            <a:ext cx="569344" cy="583720"/>
          </a:xfrm>
          <a:prstGeom prst="rect">
            <a:avLst/>
          </a:prstGeom>
        </p:spPr>
      </p:pic>
      <p:pic>
        <p:nvPicPr>
          <p:cNvPr id="7" name="Рисунок 6" descr="Портфель со сплошной заливкой">
            <a:extLst>
              <a:ext uri="{FF2B5EF4-FFF2-40B4-BE49-F238E27FC236}">
                <a16:creationId xmlns:a16="http://schemas.microsoft.com/office/drawing/2014/main" id="{A51D610A-4280-BC5C-F32D-181C60ED07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965" y="4393362"/>
            <a:ext cx="569344" cy="583721"/>
          </a:xfrm>
          <a:prstGeom prst="rect">
            <a:avLst/>
          </a:prstGeom>
        </p:spPr>
      </p:pic>
      <p:pic>
        <p:nvPicPr>
          <p:cNvPr id="8" name="Рисунок 7" descr="В яблочко со сплошной заливкой">
            <a:extLst>
              <a:ext uri="{FF2B5EF4-FFF2-40B4-BE49-F238E27FC236}">
                <a16:creationId xmlns:a16="http://schemas.microsoft.com/office/drawing/2014/main" id="{32EEEA4F-F8FD-D3A1-93A9-4F5408F4AA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4065" y="1718274"/>
            <a:ext cx="569344" cy="569344"/>
          </a:xfrm>
          <a:prstGeom prst="rect">
            <a:avLst/>
          </a:prstGeom>
        </p:spPr>
      </p:pic>
      <p:pic>
        <p:nvPicPr>
          <p:cNvPr id="9" name="Рисунок 8" descr="Контрольный список со сплошной заливкой">
            <a:extLst>
              <a:ext uri="{FF2B5EF4-FFF2-40B4-BE49-F238E27FC236}">
                <a16:creationId xmlns:a16="http://schemas.microsoft.com/office/drawing/2014/main" id="{F3D9E82A-23DA-D5FB-5538-D83ADA7420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3167" y="2651903"/>
            <a:ext cx="569344" cy="5405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4C1031-B938-2004-31AC-AB4575FD6C7E}"/>
              </a:ext>
            </a:extLst>
          </p:cNvPr>
          <p:cNvSpPr txBox="1"/>
          <p:nvPr/>
        </p:nvSpPr>
        <p:spPr>
          <a:xfrm>
            <a:off x="148167" y="-1913142"/>
            <a:ext cx="52916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latin typeface="Bahnschrift SemiBold"/>
                <a:ea typeface="SimSun"/>
                <a:cs typeface="Times New Roman"/>
              </a:rPr>
              <a:t>Лукьяненко Олег Дмитриевич 3834.9</a:t>
            </a:r>
            <a:endParaRPr lang="ru-RU" sz="2000" dirty="0">
              <a:latin typeface="Bahnschrift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cap="none">
                <a:effectLst/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Актуальность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kQMAAEwFAAARRwAAjiUAABAAAAAmAAAACAAAAAEAAAAAAAAA"/>
              </a:ext>
            </a:extLst>
          </p:cNvSpPr>
          <p:nvPr>
            <p:ph type="body" idx="1"/>
          </p:nvPr>
        </p:nvSpPr>
        <p:spPr>
          <a:xfrm>
            <a:off x="579755" y="861060"/>
            <a:ext cx="10972800" cy="52438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buNone/>
              <a:defRPr sz="3000" cap="none"/>
            </a:pPr>
            <a:endParaRPr/>
          </a:p>
          <a:p>
            <a:pPr>
              <a:buClrTx/>
              <a:buNone/>
              <a:defRPr sz="3000" cap="none"/>
            </a:pPr>
            <a:r>
              <a:rPr dirty="0" err="1">
                <a:latin typeface="Segoe UI"/>
                <a:cs typeface="Segoe UI"/>
              </a:rPr>
              <a:t>Современные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проекты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содержат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кучу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строк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кода</a:t>
            </a:r>
            <a:r>
              <a:rPr dirty="0">
                <a:latin typeface="Segoe UI"/>
                <a:cs typeface="Segoe UI"/>
              </a:rPr>
              <a:t>, </a:t>
            </a:r>
            <a:r>
              <a:rPr dirty="0" err="1">
                <a:latin typeface="Segoe UI"/>
                <a:cs typeface="Segoe UI"/>
              </a:rPr>
              <a:t>оно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стало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слишком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сложным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для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ручной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проверки</a:t>
            </a:r>
            <a:endParaRPr dirty="0">
              <a:latin typeface="Segoe UI"/>
              <a:cs typeface="Segoe UI"/>
            </a:endParaRPr>
          </a:p>
          <a:p>
            <a:pPr>
              <a:buClrTx/>
              <a:buFont typeface="Wingdings" pitchFamily="2" charset="2"/>
              <a:buChar char=""/>
              <a:defRPr sz="3000" cap="none"/>
            </a:pPr>
            <a:endParaRPr/>
          </a:p>
          <a:p>
            <a:pPr>
              <a:buClrTx/>
              <a:buNone/>
              <a:defRPr sz="3000" cap="none"/>
            </a:pPr>
            <a:r>
              <a:rPr dirty="0" err="1">
                <a:latin typeface="Segoe UI"/>
                <a:cs typeface="Segoe UI"/>
              </a:rPr>
              <a:t>Ошибки</a:t>
            </a:r>
            <a:r>
              <a:rPr dirty="0">
                <a:latin typeface="Segoe UI"/>
                <a:cs typeface="Segoe UI"/>
              </a:rPr>
              <a:t>, </a:t>
            </a:r>
            <a:r>
              <a:rPr dirty="0" err="1">
                <a:latin typeface="Segoe UI"/>
                <a:cs typeface="Segoe UI"/>
              </a:rPr>
              <a:t>найденные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на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поздних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этапах</a:t>
            </a:r>
            <a:r>
              <a:rPr dirty="0">
                <a:latin typeface="Segoe UI"/>
                <a:cs typeface="Segoe UI"/>
              </a:rPr>
              <a:t>, в 100 </a:t>
            </a:r>
            <a:r>
              <a:rPr dirty="0" err="1">
                <a:latin typeface="Segoe UI"/>
                <a:cs typeface="Segoe UI"/>
              </a:rPr>
              <a:t>раз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дороже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исправить</a:t>
            </a:r>
            <a:endParaRPr dirty="0">
              <a:latin typeface="Segoe UI"/>
              <a:cs typeface="Segoe UI"/>
            </a:endParaRPr>
          </a:p>
          <a:p>
            <a:pPr>
              <a:buClrTx/>
              <a:buFont typeface="Wingdings" pitchFamily="2" charset="2"/>
              <a:buChar char=""/>
              <a:defRPr sz="3000" cap="none"/>
            </a:pPr>
            <a:endParaRPr/>
          </a:p>
          <a:p>
            <a:pPr>
              <a:buClrTx/>
              <a:buNone/>
              <a:defRPr sz="3000" cap="none"/>
            </a:pPr>
            <a:r>
              <a:rPr dirty="0" err="1">
                <a:latin typeface="Segoe UI"/>
                <a:cs typeface="Segoe UI"/>
              </a:rPr>
              <a:t>Требования</a:t>
            </a:r>
            <a:r>
              <a:rPr dirty="0">
                <a:latin typeface="Segoe UI"/>
                <a:cs typeface="Segoe UI"/>
              </a:rPr>
              <a:t> к </a:t>
            </a:r>
            <a:r>
              <a:rPr dirty="0" err="1">
                <a:latin typeface="Segoe UI"/>
                <a:cs typeface="Segoe UI"/>
              </a:rPr>
              <a:t>безопасности</a:t>
            </a:r>
            <a:r>
              <a:rPr dirty="0">
                <a:latin typeface="Segoe UI"/>
                <a:cs typeface="Segoe UI"/>
              </a:rPr>
              <a:t> и </a:t>
            </a:r>
            <a:r>
              <a:rPr dirty="0" err="1">
                <a:latin typeface="Segoe UI"/>
                <a:cs typeface="Segoe UI"/>
              </a:rPr>
              <a:t>её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проверке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сильно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ожесточают</a:t>
            </a:r>
            <a:r>
              <a:rPr dirty="0">
                <a:latin typeface="Segoe UI"/>
                <a:cs typeface="Segoe UI"/>
              </a:rPr>
              <a:t>, и </a:t>
            </a:r>
            <a:r>
              <a:rPr dirty="0" err="1">
                <a:latin typeface="Segoe UI"/>
                <a:cs typeface="Segoe UI"/>
              </a:rPr>
              <a:t>по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ясной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причине</a:t>
            </a:r>
            <a:r>
              <a:rPr dirty="0">
                <a:latin typeface="Segoe UI"/>
                <a:cs typeface="Segoe UI"/>
              </a:rPr>
              <a:t>.</a:t>
            </a:r>
          </a:p>
        </p:txBody>
      </p:sp>
      <p:sp>
        <p:nvSpPr>
          <p:cNvPr id="4" name="ЗаголовокСлайд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J/f38AgICAA8zMzADAwP8Af39/AAAAAAAAAAAAAAAAAAAAAAAAAAAAIQAAABgAAAAUAAAAiAMAANn1//8IRwAA4fz//xAAAAAmAAAACAAAAP//////////"/>
              </a:ext>
            </a:extLst>
          </p:cNvSpPr>
          <p:nvPr/>
        </p:nvSpPr>
        <p:spPr>
          <a:xfrm>
            <a:off x="574040" y="-1650365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/>
          <a:lstStyle/>
          <a:p>
            <a:pPr defTabSz="449580">
              <a:tabLst/>
              <a:defRPr sz="4400" b="1" cap="none">
                <a:solidFill>
                  <a:schemeClr val="tx2"/>
                </a:solidFill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Структура презентации</a:t>
            </a:r>
          </a:p>
        </p:txBody>
      </p:sp>
      <p:pic>
        <p:nvPicPr>
          <p:cNvPr id="5" name="Рисунок 4" descr="Оригами птица">
            <a:extLst>
              <a:ext uri="{FF2B5EF4-FFF2-40B4-BE49-F238E27FC236}">
                <a16:creationId xmlns:a16="http://schemas.microsoft.com/office/drawing/2014/main" id="{25D28E6E-24D0-4B2D-A928-85603E52C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06685" y="-9722490"/>
            <a:ext cx="4572000" cy="4572000"/>
          </a:xfrm>
          <a:prstGeom prst="rect">
            <a:avLst/>
          </a:prstGeom>
        </p:spPr>
      </p:pic>
      <p:pic>
        <p:nvPicPr>
          <p:cNvPr id="7" name="Рисунок 6" descr="В яблочко со сплошной заливкой">
            <a:extLst>
              <a:ext uri="{FF2B5EF4-FFF2-40B4-BE49-F238E27FC236}">
                <a16:creationId xmlns:a16="http://schemas.microsoft.com/office/drawing/2014/main" id="{E2E35A45-06EA-9606-5303-E466BDCF0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1232" y="575274"/>
            <a:ext cx="569344" cy="569344"/>
          </a:xfrm>
          <a:prstGeom prst="rect">
            <a:avLst/>
          </a:prstGeom>
        </p:spPr>
      </p:pic>
      <p:pic>
        <p:nvPicPr>
          <p:cNvPr id="14" name="Рисунок 13" descr="Контрольный список со сплошной заливкой">
            <a:extLst>
              <a:ext uri="{FF2B5EF4-FFF2-40B4-BE49-F238E27FC236}">
                <a16:creationId xmlns:a16="http://schemas.microsoft.com/office/drawing/2014/main" id="{098F6CA5-F92D-F408-F64F-8D8B0914E1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93544" y="2651903"/>
            <a:ext cx="569344" cy="540590"/>
          </a:xfrm>
          <a:prstGeom prst="rect">
            <a:avLst/>
          </a:prstGeom>
        </p:spPr>
      </p:pic>
      <p:pic>
        <p:nvPicPr>
          <p:cNvPr id="16" name="Рисунок 15" descr="Книги со сплошной заливкой">
            <a:extLst>
              <a:ext uri="{FF2B5EF4-FFF2-40B4-BE49-F238E27FC236}">
                <a16:creationId xmlns:a16="http://schemas.microsoft.com/office/drawing/2014/main" id="{71552EC3-AB81-B3F0-3C43-13D6AAFF6C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603" y="7898592"/>
            <a:ext cx="569344" cy="583720"/>
          </a:xfrm>
          <a:prstGeom prst="rect">
            <a:avLst/>
          </a:prstGeom>
        </p:spPr>
      </p:pic>
      <p:pic>
        <p:nvPicPr>
          <p:cNvPr id="18" name="Рисунок 17" descr="Портфель со сплошной заливкой">
            <a:extLst>
              <a:ext uri="{FF2B5EF4-FFF2-40B4-BE49-F238E27FC236}">
                <a16:creationId xmlns:a16="http://schemas.microsoft.com/office/drawing/2014/main" id="{1C383D92-3733-BB46-155E-FC7FC46E7F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705" y="10468485"/>
            <a:ext cx="569344" cy="583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E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cap="none">
                <a:effectLst/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Цели и задачи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MxmBTdfLwEAAAAAAAAAAAAAAAAAAAAAAAAAAAAAAAAAAAAAAAAAAP///wJ/f38AVYY8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>
          <a:xfrm>
            <a:off x="609600" y="1420283"/>
            <a:ext cx="109728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buNone/>
            </a:pPr>
            <a:r>
              <a:rPr dirty="0">
                <a:latin typeface="Segoe UI"/>
                <a:cs typeface="Segoe UI"/>
              </a:rPr>
              <a:t>Цель: Исследовать основные методы статического анализа</a:t>
            </a:r>
            <a:endParaRPr lang="ru-RU" dirty="0">
              <a:latin typeface="Segoe UI"/>
              <a:cs typeface="Segoe UI"/>
            </a:endParaRPr>
          </a:p>
          <a:p>
            <a:pPr>
              <a:buNone/>
            </a:pPr>
            <a:r>
              <a:rPr dirty="0" err="1">
                <a:latin typeface="Segoe UI"/>
                <a:cs typeface="Segoe UI"/>
              </a:rPr>
              <a:t>Задачи</a:t>
            </a:r>
            <a:r>
              <a:rPr dirty="0">
                <a:latin typeface="Segoe UI"/>
                <a:cs typeface="Segoe UI"/>
              </a:rPr>
              <a:t>:</a:t>
            </a:r>
          </a:p>
          <a:p>
            <a:pPr marL="514350" indent="-514350">
              <a:buClrTx/>
              <a:buFont typeface="Arial" pitchFamily="2" charset="2"/>
              <a:buChar char="•"/>
            </a:pPr>
            <a:r>
              <a:rPr err="1">
                <a:latin typeface="Segoe UI"/>
                <a:cs typeface="Segoe UI"/>
              </a:rPr>
              <a:t>Определить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ключевые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варианты</a:t>
            </a:r>
            <a:r>
              <a:rPr dirty="0">
                <a:latin typeface="Segoe UI"/>
                <a:cs typeface="Segoe UI"/>
              </a:rPr>
              <a:t> к </a:t>
            </a:r>
            <a:r>
              <a:rPr err="1">
                <a:latin typeface="Segoe UI"/>
                <a:cs typeface="Segoe UI"/>
              </a:rPr>
              <a:t>анализу</a:t>
            </a:r>
            <a:endParaRPr err="1">
              <a:cs typeface="Segoe UI"/>
            </a:endParaRPr>
          </a:p>
          <a:p>
            <a:pPr>
              <a:buClrTx/>
              <a:buFont typeface="Arial" pitchFamily="2" charset="2"/>
              <a:buChar char="•"/>
            </a:pPr>
            <a:endParaRPr/>
          </a:p>
          <a:p>
            <a:pPr marL="514350" indent="-514350">
              <a:buClrTx/>
              <a:buFont typeface="Arial" pitchFamily="2" charset="2"/>
              <a:buChar char="•"/>
            </a:pPr>
            <a:r>
              <a:rPr err="1">
                <a:latin typeface="Segoe UI"/>
                <a:cs typeface="Segoe UI"/>
              </a:rPr>
              <a:t>Сравнить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эффективность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методов</a:t>
            </a:r>
            <a:endParaRPr err="1">
              <a:cs typeface="Segoe UI"/>
            </a:endParaRPr>
          </a:p>
          <a:p>
            <a:pPr>
              <a:buClrTx/>
              <a:buFont typeface="Arial" pitchFamily="2" charset="2"/>
              <a:buChar char="•"/>
            </a:pPr>
            <a:endParaRPr/>
          </a:p>
          <a:p>
            <a:pPr marL="514350" indent="-514350">
              <a:buClrTx/>
              <a:buFont typeface="Arial" pitchFamily="2" charset="2"/>
              <a:buChar char="•"/>
            </a:pPr>
            <a:r>
              <a:rPr err="1">
                <a:latin typeface="Segoe UI"/>
                <a:cs typeface="Segoe UI"/>
              </a:rPr>
              <a:t>Показать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практическую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пользу</a:t>
            </a:r>
            <a:endParaRPr>
              <a:cs typeface="Segoe UI"/>
            </a:endParaRPr>
          </a:p>
        </p:txBody>
      </p:sp>
      <p:sp>
        <p:nvSpPr>
          <p:cNvPr id="4" name="ЗаголовокСлайд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J/f38AgICAA8zMzADAwP8Af39/AAAAAAAAAAAAAAAAAAAAAAAAAAAAIQAAABgAAAAUAAAAwAMAAPb0//9ARwAAtPr//xAAAAAmAAAACAAAAP//////////"/>
              </a:ext>
            </a:extLst>
          </p:cNvSpPr>
          <p:nvPr/>
        </p:nvSpPr>
        <p:spPr>
          <a:xfrm>
            <a:off x="609600" y="-1794510"/>
            <a:ext cx="10972800" cy="933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/>
          <a:lstStyle/>
          <a:p>
            <a:pPr defTabSz="449580">
              <a:tabLst/>
              <a:defRPr sz="4400" b="1" cap="none">
                <a:solidFill>
                  <a:schemeClr val="tx2"/>
                </a:solidFill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Актуальность</a:t>
            </a:r>
          </a:p>
        </p:txBody>
      </p:sp>
      <p:pic>
        <p:nvPicPr>
          <p:cNvPr id="11" name="Рисунок 10" descr="В яблочко со сплошной заливкой">
            <a:extLst>
              <a:ext uri="{FF2B5EF4-FFF2-40B4-BE49-F238E27FC236}">
                <a16:creationId xmlns:a16="http://schemas.microsoft.com/office/drawing/2014/main" id="{263DACBF-E575-2661-F98A-81903F919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1815" y="-2659312"/>
            <a:ext cx="569344" cy="569344"/>
          </a:xfrm>
          <a:prstGeom prst="rect">
            <a:avLst/>
          </a:prstGeom>
        </p:spPr>
      </p:pic>
      <p:pic>
        <p:nvPicPr>
          <p:cNvPr id="18" name="Рисунок 17" descr="Контрольный список со сплошной заливкой">
            <a:extLst>
              <a:ext uri="{FF2B5EF4-FFF2-40B4-BE49-F238E27FC236}">
                <a16:creationId xmlns:a16="http://schemas.microsoft.com/office/drawing/2014/main" id="{193E4C8C-0F63-8AAF-DCF0-8DCA03BCA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5797" y="574670"/>
            <a:ext cx="569344" cy="540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IoSAAC/FAAAHTAAABAAAAAmAAAACAAAAP//////////"/>
              </a:ext>
            </a:extLst>
          </p:cNvSpPr>
          <p:nvPr/>
        </p:nvSpPr>
        <p:spPr>
          <a:xfrm>
            <a:off x="1722120" y="3013710"/>
            <a:ext cx="1650365" cy="480758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wMD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MDAAP///wEAAAAAAAAAAAAAAAAAAAAAAAAAAAAAAAAAAAAAAAAAAAAAAAJ/f38AgICAA8zMzADAwP8Af39/AAAAAAAAAAAAAAAAAAAAAAAAAAAAIQAAABgAAAAUAAAA1UQAALEcAADcRAAAUCMAABAAAAAmAAAACAAAAP//////////"/>
              </a:ext>
            </a:extLst>
          </p:cNvSpPr>
          <p:nvPr/>
        </p:nvSpPr>
        <p:spPr>
          <a:xfrm>
            <a:off x="11189335" y="4664075"/>
            <a:ext cx="4445" cy="1076325"/>
          </a:xfrm>
          <a:prstGeom prst="rect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3sUjYGKIzj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xRAAAEAcAAAfPwAAaCMAABAAAAAmAAAACAAAAP//////////"/>
              </a:ext>
            </a:extLst>
          </p:cNvSpPr>
          <p:nvPr/>
        </p:nvSpPr>
        <p:spPr>
          <a:xfrm>
            <a:off x="2726055" y="4592320"/>
            <a:ext cx="7534910" cy="1163320"/>
          </a:xfrm>
          <a:prstGeom prst="cube">
            <a:avLst>
              <a:gd name="adj" fmla="val 2385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JjsAAFMBAACwTQAAOy8AABAAAAAmAAAACAAAAP//////////"/>
              </a:ext>
            </a:extLst>
          </p:cNvSpPr>
          <p:nvPr/>
        </p:nvSpPr>
        <p:spPr>
          <a:xfrm>
            <a:off x="9615170" y="215265"/>
            <a:ext cx="3013710" cy="746252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z4NAABzDwAAJCwAABAAAAAmAAAACAAAAP//////////"/>
              </a:ext>
            </a:extLst>
          </p:cNvSpPr>
          <p:nvPr/>
        </p:nvSpPr>
        <p:spPr>
          <a:xfrm>
            <a:off x="-287655" y="2152650"/>
            <a:ext cx="2841413" cy="6017683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ТекстСлайд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gICACv///wg8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zBAAADkgAAAmOwAAUCMAABAAAAAmAAAACAAAAP//////////"/>
              </a:ext>
            </a:extLst>
          </p:cNvSpPr>
          <p:nvPr/>
        </p:nvSpPr>
        <p:spPr>
          <a:xfrm>
            <a:off x="2730500" y="5238115"/>
            <a:ext cx="6884670" cy="502285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t>Глава 1. Теоретические основы статического анализа</a:t>
            </a:r>
          </a:p>
        </p:txBody>
      </p:sp>
      <p:sp>
        <p:nvSpPr>
          <p:cNvPr id="8" name="ЗаголовокСлайд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EAAAAAAAAAgICACv///wg8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xhAAAAQeAAAmOwAAOSAAABAAAAAmAAAACAAAAP//////////"/>
              </a:ext>
            </a:extLst>
          </p:cNvSpPr>
          <p:nvPr/>
        </p:nvSpPr>
        <p:spPr>
          <a:xfrm>
            <a:off x="2726690" y="4879340"/>
            <a:ext cx="6888480" cy="358775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txBody>
          <a:bodyPr vert="horz" wrap="square" numCol="1" spcCol="215900" anchor="b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 cap="none">
                <a:solidFill>
                  <a:srgbClr val="000000"/>
                </a:solidFill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Основная часть</a:t>
            </a:r>
          </a:p>
        </p:txBody>
      </p:sp>
      <p:pic>
        <p:nvPicPr>
          <p:cNvPr id="9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kdb5aB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Q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AAAAABo9f//IksAAFYA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22120"/>
            <a:ext cx="12213590" cy="17767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A0PAAAmOwAAqBEAABAAAAAmAAAACAAAAP//////////"/>
              </a:ext>
            </a:extLst>
          </p:cNvSpPr>
          <p:nvPr/>
        </p:nvSpPr>
        <p:spPr>
          <a:xfrm>
            <a:off x="3372485" y="2446655"/>
            <a:ext cx="6242685" cy="423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t>Статический анализ — это...</a:t>
            </a:r>
          </a:p>
        </p:txBody>
      </p:sp>
      <p:sp>
        <p:nvSpPr>
          <p:cNvPr id="11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LYJ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IoSAAAmOwAA2hkAABAgAAAmAAAACAAAAP//////////"/>
              </a:ext>
            </a:extLst>
          </p:cNvSpPr>
          <p:nvPr/>
        </p:nvSpPr>
        <p:spPr>
          <a:xfrm>
            <a:off x="3372485" y="3013710"/>
            <a:ext cx="6242685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>
                <a:latin typeface="Segoe UI"/>
                <a:cs typeface="Segoe UI"/>
              </a:rPr>
              <a:t>Автоматическая проверка кода БЕЗ его выполнения</a:t>
            </a:r>
            <a:endParaRPr lang="ru-RU"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Поиск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ошибок</a:t>
            </a:r>
            <a:r>
              <a:rPr dirty="0">
                <a:latin typeface="Segoe UI"/>
                <a:cs typeface="Segoe UI"/>
              </a:rPr>
              <a:t>, </a:t>
            </a:r>
            <a:r>
              <a:rPr dirty="0" err="1">
                <a:latin typeface="Segoe UI"/>
                <a:cs typeface="Segoe UI"/>
              </a:rPr>
              <a:t>уязвимостей</a:t>
            </a:r>
            <a:r>
              <a:rPr dirty="0">
                <a:latin typeface="Segoe UI"/>
                <a:cs typeface="Segoe UI"/>
              </a:rPr>
              <a:t> и "</a:t>
            </a:r>
            <a:r>
              <a:rPr dirty="0" err="1">
                <a:latin typeface="Segoe UI"/>
                <a:cs typeface="Segoe UI"/>
              </a:rPr>
              <a:t>запахов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кода</a:t>
            </a:r>
            <a:r>
              <a:rPr dirty="0">
                <a:latin typeface="Segoe UI"/>
                <a:cs typeface="Segoe UI"/>
              </a:rPr>
              <a:t>"</a:t>
            </a:r>
          </a:p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Работа</a:t>
            </a:r>
            <a:r>
              <a:rPr dirty="0">
                <a:latin typeface="Segoe UI"/>
                <a:cs typeface="Segoe UI"/>
              </a:rPr>
              <a:t> с </a:t>
            </a:r>
            <a:r>
              <a:rPr dirty="0" err="1">
                <a:latin typeface="Segoe UI"/>
                <a:cs typeface="Segoe UI"/>
              </a:rPr>
              <a:t>исходным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кодом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как</a:t>
            </a:r>
            <a:r>
              <a:rPr dirty="0">
                <a:latin typeface="Segoe UI"/>
                <a:cs typeface="Segoe UI"/>
              </a:rPr>
              <a:t> с </a:t>
            </a:r>
            <a:r>
              <a:rPr dirty="0" err="1">
                <a:latin typeface="Segoe UI"/>
                <a:cs typeface="Segoe UI"/>
              </a:rPr>
              <a:t>текстом</a:t>
            </a:r>
            <a:endParaRPr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Профилактика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вместо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лечения</a:t>
            </a:r>
            <a:endParaRPr dirty="0">
              <a:latin typeface="Segoe UI"/>
              <a:cs typeface="Segoe UI"/>
            </a:endParaRPr>
          </a:p>
        </p:txBody>
      </p:sp>
      <p:pic>
        <p:nvPicPr>
          <p:cNvPr id="13" name="Рисунок 12" descr="Книги со сплошной заливкой">
            <a:extLst>
              <a:ext uri="{FF2B5EF4-FFF2-40B4-BE49-F238E27FC236}">
                <a16:creationId xmlns:a16="http://schemas.microsoft.com/office/drawing/2014/main" id="{D4106F06-CB9C-B5F8-CF0B-754A3DD56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113" y="2817142"/>
            <a:ext cx="569344" cy="583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8F5162-7D21-32EA-0952-452A3ABC5875}"/>
              </a:ext>
            </a:extLst>
          </p:cNvPr>
          <p:cNvSpPr txBox="1"/>
          <p:nvPr/>
        </p:nvSpPr>
        <p:spPr>
          <a:xfrm>
            <a:off x="158750" y="2815167"/>
            <a:ext cx="1100666" cy="4021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A9BBF-16D5-703E-AF55-4C6BA6753C2F}"/>
              </a:ext>
            </a:extLst>
          </p:cNvPr>
          <p:cNvSpPr txBox="1"/>
          <p:nvPr/>
        </p:nvSpPr>
        <p:spPr>
          <a:xfrm>
            <a:off x="52917" y="2783417"/>
            <a:ext cx="12064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 err="1">
                <a:latin typeface="Calibri"/>
                <a:ea typeface="SimSun"/>
                <a:cs typeface="Times New Roman"/>
              </a:rPr>
              <a:t>Fakebooks</a:t>
            </a:r>
            <a:endParaRPr lang="ru-RU" dirty="0" err="1"/>
          </a:p>
          <a:p>
            <a:pPr algn="l"/>
            <a:r>
              <a:rPr lang="ru-RU" dirty="0" err="1">
                <a:latin typeface="Calibri"/>
                <a:ea typeface="SimSun"/>
                <a:cs typeface="Times New Roman"/>
              </a:rPr>
              <a:t>company</a:t>
            </a:r>
            <a:endParaRPr lang="ru-RU" dirty="0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pan dir="u"/>
        <p:extLst>
          <p:ext uri="smNativeData">
            <pr:smNativeData xmlns="smNativeData" xmlns:pr="smNativeData" xmlns:p15="http://schemas.microsoft.com/office/powerpoint/2012/main" val="kdb5aAAAAAAgAwAAAAAAADgAAAAAAAAAAAAAAAAAAAAAAAAAAQAAAAAAAAAAAAAAAAAAAAAAAAABAAAA" duo="kdb5aAAAAAAUAAAAAQAAAMgAAAA=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kdb5aAAAAAAgAwAAAAAAADgAAAAAAAAAAAAAAAAAAAAAAAAAAQAAAAAAAAAAAAAAAAAAAAAAAAABAAAA" duo="kdb5aAAAAAAUAAAAAQAAAMgAAAA="/>
          </p:ext>
        </p:extLst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IoSAAC/FAAAHTAAABAAAAAmAAAACAAAAP//////////"/>
              </a:ext>
            </a:extLst>
          </p:cNvSpPr>
          <p:nvPr/>
        </p:nvSpPr>
        <p:spPr>
          <a:xfrm>
            <a:off x="1722120" y="3013710"/>
            <a:ext cx="1650365" cy="480758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wMD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MDAAP///wEAAAAAAAAAAAAAAAAAAAAAAAAAAAAAAAAAAAAAAAAAAAAAAAJ/f38AgICAA8zMzADAwP8Af39/AAAAAAAAAAAAAAAAAAAAAAAAAAAAIQAAABgAAAAUAAAA1UQAALEcAADcRAAAUCMAABAAAAAmAAAACAAAAP//////////"/>
              </a:ext>
            </a:extLst>
          </p:cNvSpPr>
          <p:nvPr/>
        </p:nvSpPr>
        <p:spPr>
          <a:xfrm>
            <a:off x="11189335" y="4664075"/>
            <a:ext cx="4445" cy="1076325"/>
          </a:xfrm>
          <a:prstGeom prst="rect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3sUjYGKIzj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xRAAAEAcAAAfPwAAaCMAABAAAAAmAAAACAAAAP//////////"/>
              </a:ext>
            </a:extLst>
          </p:cNvSpPr>
          <p:nvPr/>
        </p:nvSpPr>
        <p:spPr>
          <a:xfrm>
            <a:off x="2726055" y="4592320"/>
            <a:ext cx="7534910" cy="1163320"/>
          </a:xfrm>
          <a:prstGeom prst="cube">
            <a:avLst>
              <a:gd name="adj" fmla="val 2385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JjsAAFMBAACwTQAAOy8AABAAAAAmAAAACAAAAP//////////"/>
              </a:ext>
            </a:extLst>
          </p:cNvSpPr>
          <p:nvPr/>
        </p:nvSpPr>
        <p:spPr>
          <a:xfrm>
            <a:off x="9615170" y="215265"/>
            <a:ext cx="3013710" cy="746252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z4NAABzDwAAJCwAABAAAAAmAAAACAAAAP//////////"/>
              </a:ext>
            </a:extLst>
          </p:cNvSpPr>
          <p:nvPr/>
        </p:nvSpPr>
        <p:spPr>
          <a:xfrm>
            <a:off x="-287655" y="2152650"/>
            <a:ext cx="2799080" cy="5022850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ТекстСлайд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gICACv///wg8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zBAAADkgAAAmOwAAUCMAABAAAAAmAAAACAAAAP//////////"/>
              </a:ext>
            </a:extLst>
          </p:cNvSpPr>
          <p:nvPr/>
        </p:nvSpPr>
        <p:spPr>
          <a:xfrm>
            <a:off x="2730500" y="5238115"/>
            <a:ext cx="6884670" cy="502285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t>Глава 1. Теоретические основы статического анализа</a:t>
            </a:r>
          </a:p>
        </p:txBody>
      </p:sp>
      <p:sp>
        <p:nvSpPr>
          <p:cNvPr id="8" name="ЗаголовокСлайд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CAAAAAAAAAAEAAABQAAAAAAAAAAAA4D8AAAAAAADgPwAAAAAAAOA/AAAAAAAA4D8AAAAAAADgPwAAAAAAAOA/AAAAAAAA4D8AAAAAAADgPwAAAAAAAOA/AAAAAAAA4D8CAAAAjAAAAAEAAAAAAAAAgICACv///wg8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xhAAAAQeAAAmOwAAOSAAABAAAAAmAAAACAAAAP//////////"/>
              </a:ext>
            </a:extLst>
          </p:cNvSpPr>
          <p:nvPr/>
        </p:nvSpPr>
        <p:spPr>
          <a:xfrm>
            <a:off x="2726690" y="4879340"/>
            <a:ext cx="6888480" cy="358775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txBody>
          <a:bodyPr vert="horz" wrap="square" numCol="1" spcCol="215900" anchor="b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 cap="none">
                <a:solidFill>
                  <a:srgbClr val="000000"/>
                </a:solidFill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t>Основная часть</a:t>
            </a:r>
          </a:p>
        </p:txBody>
      </p:sp>
      <p:sp>
        <p:nvSpPr>
          <p:cNvPr id="9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DAV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IMWAAAmOwAAQBwAABAAAAAmAAAACAAAAP//////////"/>
              </a:ext>
            </a:extLst>
          </p:cNvSpPr>
          <p:nvPr/>
        </p:nvSpPr>
        <p:spPr>
          <a:xfrm>
            <a:off x="3372485" y="3659505"/>
            <a:ext cx="6457608" cy="9328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>
                <a:latin typeface="Segoe UI"/>
                <a:cs typeface="Segoe UI"/>
              </a:rPr>
              <a:t>Синтаксический анализ - проверка </a:t>
            </a:r>
            <a:r>
              <a:rPr i="1" cap="none" dirty="0">
                <a:latin typeface="Segoe UI"/>
                <a:cs typeface="Segoe UI"/>
              </a:rPr>
              <a:t>стиля</a:t>
            </a:r>
            <a:r>
              <a:rPr dirty="0">
                <a:latin typeface="Segoe UI"/>
                <a:cs typeface="Segoe UI"/>
              </a:rPr>
              <a:t> и стандартов</a:t>
            </a:r>
            <a:endParaRPr lang="ru-RU" dirty="0">
              <a:latin typeface="Segoe UI"/>
              <a:cs typeface="Segoe UI"/>
            </a:endParaRPr>
          </a:p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Анализ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потока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данных</a:t>
            </a:r>
            <a:r>
              <a:rPr dirty="0">
                <a:latin typeface="Segoe UI"/>
                <a:cs typeface="Segoe UI"/>
              </a:rPr>
              <a:t> - </a:t>
            </a:r>
            <a:r>
              <a:rPr dirty="0" err="1">
                <a:latin typeface="Segoe UI"/>
                <a:cs typeface="Segoe UI"/>
              </a:rPr>
              <a:t>поиск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потенциальных</a:t>
            </a:r>
            <a:r>
              <a:rPr dirty="0">
                <a:latin typeface="Segoe UI"/>
                <a:cs typeface="Segoe UI"/>
              </a:rPr>
              <a:t> </a:t>
            </a:r>
            <a:r>
              <a:rPr strike="sngStrike" cap="none" dirty="0" err="1">
                <a:latin typeface="Segoe UI"/>
                <a:cs typeface="Segoe UI"/>
              </a:rPr>
              <a:t>ошибок</a:t>
            </a:r>
            <a:endParaRPr strike="sngStrike" cap="none">
              <a:latin typeface="Segoe UI"/>
              <a:cs typeface="Segoe UI"/>
            </a:endParaRPr>
          </a:p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err="1">
                <a:latin typeface="Segoe UI"/>
                <a:cs typeface="Segoe UI"/>
              </a:rPr>
              <a:t>Метрический</a:t>
            </a:r>
            <a:r>
              <a:rPr dirty="0"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анализ</a:t>
            </a:r>
            <a:r>
              <a:rPr dirty="0">
                <a:latin typeface="Segoe UI"/>
                <a:cs typeface="Segoe UI"/>
              </a:rPr>
              <a:t> - </a:t>
            </a:r>
            <a:r>
              <a:rPr err="1">
                <a:latin typeface="Segoe UI"/>
                <a:cs typeface="Segoe UI"/>
              </a:rPr>
              <a:t>оценка</a:t>
            </a:r>
            <a:r>
              <a:rPr dirty="0">
                <a:latin typeface="Segoe UI"/>
                <a:cs typeface="Segoe UI"/>
              </a:rPr>
              <a:t> </a:t>
            </a:r>
            <a:r>
              <a:rPr b="1" err="1">
                <a:latin typeface="MS PGothic"/>
                <a:cs typeface="Segoe UI"/>
              </a:rPr>
              <a:t>сложности</a:t>
            </a:r>
            <a:r>
              <a:rPr dirty="0">
                <a:latin typeface="Segoe UI"/>
                <a:cs typeface="Segoe UI"/>
              </a:rPr>
              <a:t> </a:t>
            </a:r>
            <a:r>
              <a:rPr lang="ru-RU" u="sng" err="1">
                <a:latin typeface="Segoe UI"/>
                <a:cs typeface="Segoe UI"/>
              </a:rPr>
              <a:t>кодаа</a:t>
            </a:r>
            <a:endParaRPr u="sng" cap="none" err="1">
              <a:latin typeface="Segoe UI"/>
              <a:ea typeface="Impact" pitchFamily="2" charset="-52"/>
              <a:cs typeface="Segoe UI"/>
            </a:endParaRPr>
          </a:p>
        </p:txBody>
      </p:sp>
      <p:pic>
        <p:nvPicPr>
          <p:cNvPr id="12" name="Рисунок 11" descr="Книги со сплошной заливкой">
            <a:extLst>
              <a:ext uri="{FF2B5EF4-FFF2-40B4-BE49-F238E27FC236}">
                <a16:creationId xmlns:a16="http://schemas.microsoft.com/office/drawing/2014/main" id="{549CD1C7-55CD-6B31-DD33-F82734BF7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9113" y="2817142"/>
            <a:ext cx="569344" cy="583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CF966E-63DD-A72D-1215-A29264FD8FEA}"/>
              </a:ext>
            </a:extLst>
          </p:cNvPr>
          <p:cNvSpPr txBox="1"/>
          <p:nvPr/>
        </p:nvSpPr>
        <p:spPr>
          <a:xfrm>
            <a:off x="52917" y="2783417"/>
            <a:ext cx="12064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 err="1">
                <a:latin typeface="Calibri"/>
                <a:ea typeface="SimSun"/>
                <a:cs typeface="Times New Roman"/>
              </a:rPr>
              <a:t>Fakebooks</a:t>
            </a:r>
            <a:endParaRPr lang="ru-RU" dirty="0" err="1"/>
          </a:p>
          <a:p>
            <a:pPr algn="l"/>
            <a:r>
              <a:rPr lang="ru-RU" dirty="0" err="1">
                <a:latin typeface="Calibri"/>
                <a:ea typeface="SimSun"/>
                <a:cs typeface="Times New Roman"/>
              </a:rPr>
              <a:t>company</a:t>
            </a:r>
            <a:endParaRPr lang="ru-RU" dirty="0" err="1"/>
          </a:p>
        </p:txBody>
      </p:sp>
    </p:spTree>
  </p:cSld>
  <p:clrMapOvr>
    <a:masterClrMapping/>
  </p:clrMapOvr>
  <p:transition spd="slow">
    <p:strips/>
    <p:extLst>
      <p:ext uri="smNativeData">
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kdb5aAAAAADoAwAAAAAAAAkAAAAHAAAAAAAAAAAAAAAAAAAAAQAAAAAAAAAAAAAAAAAAAAAAAAABAAAA" duo="kdb5aAAAAAAAAAAAAAAAAAAAAAA="/>
      </p:ext>
    </p:extLst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fBoAAOIAAADhMQAA/zAAABAAAAAmAAAACAAAAP//////////"/>
              </a:ext>
            </a:extLst>
          </p:cNvSpPr>
          <p:nvPr/>
        </p:nvSpPr>
        <p:spPr>
          <a:xfrm>
            <a:off x="4305300" y="143510"/>
            <a:ext cx="3803015" cy="782129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Автофигура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AAAAA8BAAAAkAAAAEgAAACQAAAASAAAAAAAAAAAAAAAAAAAAAEAAABQAAAAQNJj4OdL7T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iQAACsTAAD2JQAABi0AABAAAAAmAAAACAAAAP//////////"/>
              </a:ext>
            </a:extLst>
          </p:cNvSpPr>
          <p:nvPr/>
        </p:nvSpPr>
        <p:spPr>
          <a:xfrm>
            <a:off x="5883910" y="3115945"/>
            <a:ext cx="287020" cy="4203065"/>
          </a:xfrm>
          <a:prstGeom prst="can">
            <a:avLst>
              <a:gd name="adj" fmla="val 422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Автофигура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kATakUA7oj8AAAAAAADgPwAAAAAAAOA/AAAAAAAA4D8AAAAAAADgPwAAAAAAAOA/AAAAAAAA4D8AAAAAAADgPwAAAAAAAOA/AAAAAAAA4D8CAAAAjAAAAAEAAAAAAAAAwMD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MDAAP///wEAAAAAAAAAAAAAAAAAAAAAAAAAAAAAAAAAAAAAAAAAAAAAAAJ/f38AgICAA8zMzADAwP8Af39/AAAAAAAAAAAAAAAAAAAAAAAAAAAAIQAAABgAAAAUAAAAvxQAAEwFAAAmOwAA3RMAABAAAAAmAAAACAAAAP//////////"/>
              </a:ext>
            </a:extLst>
          </p:cNvSpPr>
          <p:nvPr/>
        </p:nvSpPr>
        <p:spPr>
          <a:xfrm>
            <a:off x="3372485" y="861060"/>
            <a:ext cx="6242685" cy="2367915"/>
          </a:xfrm>
          <a:prstGeom prst="cube">
            <a:avLst>
              <a:gd name="adj" fmla="val 3561"/>
            </a:avLst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Автофигура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wzeiwKRT4z8AAAAAAADgPwAAAAAAAOA/AAAAAAAA4D8AAAAAAADgPwAAAAAAAOA/AAAAAAAA4D8AAAAAAADgPwAAAAAAAOA/AAAAAAAA4D8CAAAAjAAAAAEAAAAAAAAAgICACv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ThQAAN0TAAC1OgAApxQAABAAAAAmAAAACAAAAP//////////"/>
              </a:ext>
            </a:extLst>
          </p:cNvSpPr>
          <p:nvPr/>
        </p:nvSpPr>
        <p:spPr>
          <a:xfrm>
            <a:off x="3300730" y="3228975"/>
            <a:ext cx="6242685" cy="128270"/>
          </a:xfrm>
          <a:prstGeom prst="cube">
            <a:avLst>
              <a:gd name="adj" fmla="val 60396"/>
            </a:avLst>
          </a:prstGeom>
          <a:solidFill>
            <a:schemeClr val="bg2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EP6//+/FAAAfBoAABAAAAAmAAAACAAAAP//////////"/>
              </a:ext>
            </a:extLst>
          </p:cNvSpPr>
          <p:nvPr/>
        </p:nvSpPr>
        <p:spPr>
          <a:xfrm>
            <a:off x="1722120" y="-932815"/>
            <a:ext cx="1650365" cy="523811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7T6//9zDwAAyysAABAAAAAmAAAACAAAAP//////////"/>
              </a:ext>
            </a:extLst>
          </p:cNvSpPr>
          <p:nvPr/>
        </p:nvSpPr>
        <p:spPr>
          <a:xfrm>
            <a:off x="-287655" y="-861060"/>
            <a:ext cx="2799080" cy="7980045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JjsAALT6//+wTQAAWS4AABAAAAAmAAAACAAAAP//////////"/>
              </a:ext>
            </a:extLst>
          </p:cNvSpPr>
          <p:nvPr/>
        </p:nvSpPr>
        <p:spPr>
          <a:xfrm>
            <a:off x="9615170" y="-861060"/>
            <a:ext cx="3013710" cy="83953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QAAABgVAABXHwAApTMAABAAAAAmAAAACAAAAP//////////"/>
              </a:ext>
            </a:extLst>
          </p:cNvSpPr>
          <p:nvPr/>
        </p:nvSpPr>
        <p:spPr>
          <a:xfrm>
            <a:off x="71755" y="3429000"/>
            <a:ext cx="5022850" cy="49663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Автофигура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DOjDjmpsz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eTwAAKgRAAAASwAAWS4AABAAAAAmAAAACAAAAP//////////"/>
              </a:ext>
            </a:extLst>
          </p:cNvSpPr>
          <p:nvPr/>
        </p:nvSpPr>
        <p:spPr>
          <a:xfrm>
            <a:off x="9830435" y="2870200"/>
            <a:ext cx="2361565" cy="4664075"/>
          </a:xfrm>
          <a:prstGeom prst="cube">
            <a:avLst>
              <a:gd name="adj" fmla="val 2455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BgV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L4FAAAmOwAAGBUAABAAAAAmAAAACAAAAP//////////"/>
              </a:ext>
            </a:extLst>
          </p:cNvSpPr>
          <p:nvPr/>
        </p:nvSpPr>
        <p:spPr>
          <a:xfrm rot="466">
            <a:off x="3372485" y="933450"/>
            <a:ext cx="6242685" cy="2495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r>
              <a:rPr lang="en-US" dirty="0" err="1">
                <a:latin typeface="Segoe UI"/>
                <a:ea typeface="SimSun"/>
                <a:cs typeface="Segoe UI"/>
              </a:rPr>
              <a:t>Инструменты</a:t>
            </a:r>
            <a:r>
              <a:rPr lang="en-US" dirty="0">
                <a:latin typeface="Segoe UI"/>
                <a:ea typeface="SimSun"/>
                <a:cs typeface="Segoe UI"/>
              </a:rPr>
              <a:t>:</a:t>
            </a:r>
          </a:p>
          <a:p>
            <a:pPr marL="285750" indent="-285750">
              <a:buFont typeface="Wingdings,Sans-Serif"/>
              <a:buChar char="§"/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r>
              <a:rPr lang="en-US" dirty="0">
                <a:latin typeface="Segoe UI"/>
                <a:ea typeface="SimSun"/>
                <a:cs typeface="Segoe UI"/>
              </a:rPr>
              <a:t>SonarQube (</a:t>
            </a:r>
            <a:r>
              <a:rPr lang="en-US" dirty="0" err="1">
                <a:latin typeface="Segoe UI"/>
                <a:ea typeface="SimSun"/>
                <a:cs typeface="Segoe UI"/>
              </a:rPr>
              <a:t>показывает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качество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кода</a:t>
            </a:r>
            <a:r>
              <a:rPr lang="en-US" dirty="0">
                <a:latin typeface="Segoe UI"/>
                <a:ea typeface="SimSun"/>
                <a:cs typeface="Segoe UI"/>
              </a:rPr>
              <a:t> в </a:t>
            </a:r>
            <a:r>
              <a:rPr lang="en-US" dirty="0" err="1">
                <a:latin typeface="Segoe UI"/>
                <a:ea typeface="SimSun"/>
                <a:cs typeface="Segoe UI"/>
              </a:rPr>
              <a:t>процентах</a:t>
            </a:r>
            <a:r>
              <a:rPr lang="en-US" dirty="0">
                <a:latin typeface="Segoe UI"/>
                <a:ea typeface="SimSun"/>
                <a:cs typeface="Segoe UI"/>
              </a:rPr>
              <a:t>)</a:t>
            </a:r>
          </a:p>
          <a:p>
            <a:pPr marL="285750" indent="-285750">
              <a:buFont typeface="Wingdings,Sans-Serif"/>
              <a:buChar char="§"/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r>
              <a:rPr lang="en-US" dirty="0" err="1">
                <a:latin typeface="Segoe UI"/>
                <a:ea typeface="SimSun"/>
                <a:cs typeface="Segoe UI"/>
              </a:rPr>
              <a:t>ESLint</a:t>
            </a:r>
            <a:r>
              <a:rPr lang="en-US" dirty="0">
                <a:latin typeface="Segoe UI"/>
                <a:ea typeface="SimSun"/>
                <a:cs typeface="Segoe UI"/>
              </a:rPr>
              <a:t> (</a:t>
            </a:r>
            <a:r>
              <a:rPr lang="en-US" dirty="0" err="1">
                <a:latin typeface="Segoe UI"/>
                <a:ea typeface="SimSun"/>
                <a:cs typeface="Segoe UI"/>
              </a:rPr>
              <a:t>проверяют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код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на</a:t>
            </a:r>
            <a:r>
              <a:rPr lang="en-US" dirty="0">
                <a:latin typeface="Segoe UI"/>
                <a:ea typeface="SimSun"/>
                <a:cs typeface="Segoe UI"/>
              </a:rPr>
              <a:t> JavaScript/Python </a:t>
            </a:r>
            <a:r>
              <a:rPr lang="en-US" dirty="0" err="1">
                <a:latin typeface="Segoe UI"/>
                <a:ea typeface="SimSun"/>
                <a:cs typeface="Segoe UI"/>
              </a:rPr>
              <a:t>прямо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вредакторе</a:t>
            </a:r>
            <a:r>
              <a:rPr lang="en-US" dirty="0">
                <a:latin typeface="Segoe UI"/>
                <a:ea typeface="SimSun"/>
                <a:cs typeface="Segoe UI"/>
              </a:rPr>
              <a:t>)</a:t>
            </a:r>
          </a:p>
          <a:p>
            <a:pPr marL="285750" indent="-285750">
              <a:buFont typeface="Wingdings,Sans-Serif"/>
              <a:buChar char="§"/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r>
              <a:rPr lang="en-US" dirty="0" err="1">
                <a:latin typeface="Segoe UI"/>
                <a:ea typeface="SimSun"/>
                <a:cs typeface="Segoe UI"/>
              </a:rPr>
              <a:t>Checkstyle</a:t>
            </a:r>
            <a:r>
              <a:rPr lang="en-US" dirty="0">
                <a:latin typeface="Segoe UI"/>
                <a:ea typeface="SimSun"/>
                <a:cs typeface="Segoe UI"/>
              </a:rPr>
              <a:t> (</a:t>
            </a:r>
            <a:r>
              <a:rPr lang="en-US" dirty="0" err="1">
                <a:latin typeface="Segoe UI"/>
                <a:ea typeface="SimSun"/>
                <a:cs typeface="Segoe UI"/>
              </a:rPr>
              <a:t>следит</a:t>
            </a:r>
            <a:r>
              <a:rPr lang="en-US" dirty="0">
                <a:latin typeface="Segoe UI"/>
                <a:ea typeface="SimSun"/>
                <a:cs typeface="Segoe UI"/>
              </a:rPr>
              <a:t>, </a:t>
            </a:r>
            <a:r>
              <a:rPr lang="en-US" dirty="0" err="1">
                <a:latin typeface="Segoe UI"/>
                <a:ea typeface="SimSun"/>
                <a:cs typeface="Segoe UI"/>
              </a:rPr>
              <a:t>чтобы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код</a:t>
            </a:r>
            <a:r>
              <a:rPr lang="en-US" dirty="0">
                <a:latin typeface="Segoe UI"/>
                <a:ea typeface="SimSun"/>
                <a:cs typeface="Segoe UI"/>
              </a:rPr>
              <a:t> </a:t>
            </a:r>
            <a:r>
              <a:rPr lang="en-US" dirty="0" err="1">
                <a:latin typeface="Segoe UI"/>
                <a:ea typeface="SimSun"/>
                <a:cs typeface="Segoe UI"/>
              </a:rPr>
              <a:t>на</a:t>
            </a:r>
            <a:r>
              <a:rPr lang="en-US" dirty="0">
                <a:latin typeface="Segoe UI"/>
                <a:ea typeface="SimSun"/>
                <a:cs typeface="Segoe UI"/>
              </a:rPr>
              <a:t> Java </a:t>
            </a:r>
            <a:r>
              <a:rPr lang="en-US" dirty="0" err="1">
                <a:latin typeface="Segoe UI"/>
                <a:ea typeface="SimSun"/>
                <a:cs typeface="Segoe UI"/>
              </a:rPr>
              <a:t>выгляделединообразно</a:t>
            </a:r>
            <a:r>
              <a:rPr lang="en-US" dirty="0">
                <a:latin typeface="Segoe UI"/>
                <a:ea typeface="SimSun"/>
                <a:cs typeface="Segoe UI"/>
              </a:rPr>
              <a:t>)</a:t>
            </a:r>
          </a:p>
          <a:p>
            <a:pPr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endParaRPr lang="en-US" dirty="0">
              <a:cs typeface="Segoe UI"/>
            </a:endParaRPr>
          </a:p>
          <a:p>
            <a:pPr>
              <a:defRPr cap="none">
                <a:latin typeface="Segoe UI" pitchFamily="2" charset="-52"/>
                <a:ea typeface="SimSun" charset="0"/>
                <a:cs typeface="Times New Roman" pitchFamily="1" charset="-52"/>
              </a:defRPr>
            </a:pPr>
            <a:endParaRPr dirty="0"/>
          </a:p>
        </p:txBody>
      </p:sp>
      <p:sp>
        <p:nvSpPr>
          <p:cNvPr id="12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DAAAAAAAAAP///wgyAAAAAAAAAAAAAAAAAAAAAAAAAAAAAAAAAAAAZAAAAAEAAABAAAAAAAAAAJz///9aAAAAAAAAAAAAAAAAAAAAAAAAAAAAAAAAAAAAAAAAAAAAAAAAAAAAAAAAAAAAAAAAAAAAAAAAAAAAAAAAAAAAAAAAAAAAAAAAAAAAFAAAADwAAAAAAAAAAAAAAAAAAAAAAAAAAQAAAAAAAAAAAAAAAAAAAAA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ChG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P///wEAAAAAAAAAAAAAAAAAAAAAAAAAAAAAAAAAAAAAAAAAAAAAAAB/f38AgICAA8zMzADAwP8Af39/AAAAAAAAAAAAAAAAAAAAAAAAAAAAIQAAABgAAAAUAAAArf7//90TAABdTAAArUEAABAAAAAmAAAACAAAAP//////////"/>
              </a:ext>
            </a:extLst>
          </p:cNvSpPr>
          <p:nvPr/>
        </p:nvSpPr>
        <p:spPr>
          <a:xfrm>
            <a:off x="-215265" y="3228975"/>
            <a:ext cx="12628880" cy="7447280"/>
          </a:xfrm>
          <a:prstGeom prst="rect">
            <a:avLst/>
          </a:prstGeom>
          <a:gradFill flip="none" rotWithShape="0">
            <a:gsLst>
              <a:gs pos="0">
                <a:srgbClr val="000000">
                  <a:alpha val="60000"/>
                </a:srgbClr>
              </a:gs>
              <a:gs pos="100000">
                <a:schemeClr val="bg1">
                  <a:alpha val="30000"/>
                </a:schemeClr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vert="horz" wrap="square" numCol="1" spcCol="215900" anchor="ctr"/>
          <a:lstStyle/>
          <a:p>
            <a:pPr algn="ctr"/>
            <a:endParaRPr/>
          </a:p>
        </p:txBody>
      </p:sp>
      <p:sp>
        <p:nvSpPr>
          <p:cNvPr id="13" name="Линия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EA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h8AAN0TAABYHwAAGBUAABAAAAAmAAAACAAAAP//////////"/>
              </a:ext>
            </a:extLst>
          </p:cNvSpPr>
          <p:nvPr/>
        </p:nvSpPr>
        <p:spPr>
          <a:xfrm>
            <a:off x="5093970" y="3228975"/>
            <a:ext cx="1270" cy="20002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7" name="Автофигура3">
            <a:extLst>
              <a:ext uri="{FF2B5EF4-FFF2-40B4-BE49-F238E27FC236}">
                <a16:creationId xmlns:a16="http://schemas.microsoft.com/office/drawing/2014/main" id="{D18ECD56-330C-2091-D653-770B3629B3B3}"/>
              </a:ext>
            </a:extLst>
          </p:cNvPr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IoSAAC/FAAAHTAAABAAAAAmAAAACAAAAP//////////"/>
              </a:ext>
            </a:extLst>
          </p:cNvSpPr>
          <p:nvPr/>
        </p:nvSpPr>
        <p:spPr>
          <a:xfrm>
            <a:off x="1722120" y="-4849706"/>
            <a:ext cx="1650365" cy="480758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5" name="Автофигура2">
            <a:extLst>
              <a:ext uri="{FF2B5EF4-FFF2-40B4-BE49-F238E27FC236}">
                <a16:creationId xmlns:a16="http://schemas.microsoft.com/office/drawing/2014/main" id="{991A0AB9-74D1-7C11-F13C-332B20F54D50}"/>
              </a:ext>
            </a:extLst>
          </p:cNvPr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z4NAABzDwAAJCwAABAAAAAmAAAACAAAAP//////////"/>
              </a:ext>
            </a:extLst>
          </p:cNvSpPr>
          <p:nvPr/>
        </p:nvSpPr>
        <p:spPr>
          <a:xfrm>
            <a:off x="-287655" y="-5795434"/>
            <a:ext cx="2799080" cy="6017683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BCEBEFB4-E8A2-FB69-59A0-742FF0C2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265719"/>
              </p:ext>
            </p:extLst>
          </p:nvPr>
        </p:nvGraphicFramePr>
        <p:xfrm>
          <a:off x="9604075" y="-38879"/>
          <a:ext cx="2257246" cy="2953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  <p:extLst>
          <p:ext uri="smNativeData">
            <pr:smNativeData xmlns="smNativeData" xmlns:pr="smNativeData" xmlns:p15="http://schemas.microsoft.com/office/powerpoint/2012/main" val="kdb5aAAAAAAUBQAAAAAAADgAAAAAAAAAAAAAAAAAAAABAAAAAAAAAAAAAAAAAAAAAAAAAAAAAAABAAAA" duo="kdb5aAAAAAAUAAAAAQAAAMgAAAA="/>
          </p:ext>
        </p:extLst>
      </p:transition>
    </mc:Choice>
    <mc:Fallback xmlns="">
      <p:transition spd="slow" advClick="0" advTm="0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kdb5aAAAAAAUBQAAAAAAADgAAAAAAAAAAAAAAAAAAAABAAAAAAAAAAAAAAAAAAAAAAAAAAAAAAABAAAA" duo="kdb5aAAAAAAUAAAAAQAAAMgAAAA="/>
          </p:ext>
        </p:extLst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fBoAAOIAAADhMQAA/zAAABAAAAAmAAAACAAAAP//////////"/>
              </a:ext>
            </a:extLst>
          </p:cNvSpPr>
          <p:nvPr/>
        </p:nvSpPr>
        <p:spPr>
          <a:xfrm>
            <a:off x="4305300" y="143510"/>
            <a:ext cx="3803015" cy="782129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Автофигура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AAAAA8BAAAAkAAAAEgAAACQAAAASAAAAAAAAAAAAAAAAAAAAAEAAABQAAAAQNJj4OdL7T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iQAACsTAAD2JQAABi0AABAAAAAmAAAACAAAAP//////////"/>
              </a:ext>
            </a:extLst>
          </p:cNvSpPr>
          <p:nvPr/>
        </p:nvSpPr>
        <p:spPr>
          <a:xfrm>
            <a:off x="5883910" y="3115945"/>
            <a:ext cx="287020" cy="4203065"/>
          </a:xfrm>
          <a:prstGeom prst="can">
            <a:avLst>
              <a:gd name="adj" fmla="val 422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Автофигура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kATakUA7oj8AAAAAAADgPwAAAAAAAOA/AAAAAAAA4D8AAAAAAADgPwAAAAAAAOA/AAAAAAAA4D8AAAAAAADgPwAAAAAAAOA/AAAAAAAA4D8CAAAAjAAAAAEAAAAAAAAAwMD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MDAAP///wEAAAAAAAAAAAAAAAAAAAAAAAAAAAAAAAAAAAAAAAAAAAAAAAJ/f38AgICAA8zMzADAwP8Af39/AAAAAAAAAAAAAAAAAAAAAAAAAAAAIQAAABgAAAAUAAAAvxQAAEwFAAAmOwAA3RMAABAAAAAmAAAACAAAAP//////////"/>
              </a:ext>
            </a:extLst>
          </p:cNvSpPr>
          <p:nvPr/>
        </p:nvSpPr>
        <p:spPr>
          <a:xfrm>
            <a:off x="3372485" y="861060"/>
            <a:ext cx="6242685" cy="2367915"/>
          </a:xfrm>
          <a:prstGeom prst="cube">
            <a:avLst>
              <a:gd name="adj" fmla="val 3561"/>
            </a:avLst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Автофигура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wzeiwKRT4z8AAAAAAADgPwAAAAAAAOA/AAAAAAAA4D8AAAAAAADgPwAAAAAAAOA/AAAAAAAA4D8AAAAAAADgPwAAAAAAAOA/AAAAAAAA4D8CAAAAjAAAAAEAAAAAAAAAgICACv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ICAA////wEAAAAAAAAAAAAAAAAAAAAAAAAAAAAAAAAAAAAAAAAAAAAAAAJ/f38AgICAA8zMzADAwP8Af39/AAAAAAAAAAAAAAAAAAAAAAAAAAAAIQAAABgAAAAUAAAAThQAAN0TAAC1OgAApxQAABAAAAAmAAAACAAAAP//////////"/>
              </a:ext>
            </a:extLst>
          </p:cNvSpPr>
          <p:nvPr/>
        </p:nvSpPr>
        <p:spPr>
          <a:xfrm>
            <a:off x="3300730" y="3228975"/>
            <a:ext cx="6242685" cy="128270"/>
          </a:xfrm>
          <a:prstGeom prst="cube">
            <a:avLst>
              <a:gd name="adj" fmla="val 60396"/>
            </a:avLst>
          </a:prstGeom>
          <a:solidFill>
            <a:schemeClr val="bg2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EP6//+/FAAAfBoAABAAAAAmAAAACAAAAP//////////"/>
              </a:ext>
            </a:extLst>
          </p:cNvSpPr>
          <p:nvPr/>
        </p:nvSpPr>
        <p:spPr>
          <a:xfrm>
            <a:off x="1722120" y="-932815"/>
            <a:ext cx="1650365" cy="523811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7T6//9zDwAAyysAABAAAAAmAAAACAAAAP//////////"/>
              </a:ext>
            </a:extLst>
          </p:cNvSpPr>
          <p:nvPr/>
        </p:nvSpPr>
        <p:spPr>
          <a:xfrm>
            <a:off x="-287655" y="-861060"/>
            <a:ext cx="2799080" cy="7980045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JjsAALT6//+wTQAAWS4AABAAAAAmAAAACAAAAP//////////"/>
              </a:ext>
            </a:extLst>
          </p:cNvSpPr>
          <p:nvPr/>
        </p:nvSpPr>
        <p:spPr>
          <a:xfrm>
            <a:off x="9615170" y="-861060"/>
            <a:ext cx="3013710" cy="83953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cQAAABgVAABXHwAApTMAABAAAAAmAAAACAAAAP//////////"/>
              </a:ext>
            </a:extLst>
          </p:cNvSpPr>
          <p:nvPr/>
        </p:nvSpPr>
        <p:spPr>
          <a:xfrm>
            <a:off x="71755" y="3429000"/>
            <a:ext cx="5022850" cy="49663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Автофигура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DOjDjmpsz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eTwAAKgRAAAASwAAWS4AABAAAAAmAAAACAAAAP//////////"/>
              </a:ext>
            </a:extLst>
          </p:cNvSpPr>
          <p:nvPr/>
        </p:nvSpPr>
        <p:spPr>
          <a:xfrm>
            <a:off x="9830435" y="2870200"/>
            <a:ext cx="2361565" cy="4664075"/>
          </a:xfrm>
          <a:prstGeom prst="cube">
            <a:avLst>
              <a:gd name="adj" fmla="val 2455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BgV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L4FAAAmOwAAGBUAABAAAAAmAAAACAAAAP//////////"/>
              </a:ext>
            </a:extLst>
          </p:cNvSpPr>
          <p:nvPr/>
        </p:nvSpPr>
        <p:spPr>
          <a:xfrm rot="467">
            <a:off x="3372485" y="933450"/>
            <a:ext cx="6242685" cy="2495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Инструменты</a:t>
            </a:r>
            <a:r>
              <a:rPr dirty="0">
                <a:latin typeface="Segoe UI"/>
                <a:cs typeface="Segoe UI"/>
              </a:rPr>
              <a:t>:</a:t>
            </a:r>
          </a:p>
          <a:p>
            <a:pPr marL="285750" indent="-285750">
              <a:buFont typeface="Wingdings"/>
              <a:buChar char="§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>
                <a:latin typeface="Segoe UI"/>
                <a:cs typeface="Segoe UI"/>
              </a:rPr>
              <a:t>SonarQube (</a:t>
            </a:r>
            <a:r>
              <a:rPr dirty="0" err="1">
                <a:latin typeface="Segoe UI"/>
                <a:cs typeface="Segoe UI"/>
              </a:rPr>
              <a:t>показывает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качество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кода</a:t>
            </a:r>
            <a:r>
              <a:rPr dirty="0">
                <a:latin typeface="Segoe UI"/>
                <a:cs typeface="Segoe UI"/>
              </a:rPr>
              <a:t> в </a:t>
            </a:r>
            <a:r>
              <a:rPr dirty="0" err="1">
                <a:latin typeface="Segoe UI"/>
                <a:cs typeface="Segoe UI"/>
              </a:rPr>
              <a:t>процентах</a:t>
            </a:r>
            <a:r>
              <a:rPr dirty="0">
                <a:latin typeface="Segoe UI"/>
                <a:cs typeface="Segoe UI"/>
              </a:rPr>
              <a:t>)</a:t>
            </a:r>
          </a:p>
          <a:p>
            <a:pPr marL="285750" indent="-285750">
              <a:buFont typeface="Wingdings"/>
              <a:buChar char="§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ESLint</a:t>
            </a:r>
            <a:r>
              <a:rPr dirty="0">
                <a:latin typeface="Segoe UI"/>
                <a:cs typeface="Segoe UI"/>
              </a:rPr>
              <a:t> (</a:t>
            </a:r>
            <a:r>
              <a:rPr dirty="0" err="1">
                <a:latin typeface="Segoe UI"/>
                <a:cs typeface="Segoe UI"/>
              </a:rPr>
              <a:t>проверяют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на</a:t>
            </a:r>
            <a:r>
              <a:rPr dirty="0">
                <a:latin typeface="Segoe UI"/>
                <a:cs typeface="Segoe UI"/>
              </a:rPr>
              <a:t> JavaScript/Python </a:t>
            </a:r>
            <a:r>
              <a:rPr dirty="0" err="1">
                <a:latin typeface="Segoe UI"/>
                <a:cs typeface="Segoe UI"/>
              </a:rPr>
              <a:t>прямо</a:t>
            </a:r>
            <a:r>
              <a:rPr dirty="0">
                <a:latin typeface="Segoe UI"/>
                <a:cs typeface="Segoe UI"/>
              </a:rPr>
              <a:t> в </a:t>
            </a:r>
            <a:r>
              <a:rPr dirty="0" err="1">
                <a:latin typeface="Segoe UI"/>
                <a:cs typeface="Segoe UI"/>
              </a:rPr>
              <a:t>редакторе</a:t>
            </a:r>
            <a:r>
              <a:rPr dirty="0">
                <a:latin typeface="Segoe UI"/>
                <a:cs typeface="Segoe UI"/>
              </a:rPr>
              <a:t>)</a:t>
            </a:r>
          </a:p>
          <a:p>
            <a:pPr marL="285750" indent="-285750">
              <a:buFont typeface="Wingdings"/>
              <a:buChar char="§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dirty="0" err="1">
                <a:latin typeface="Segoe UI"/>
                <a:cs typeface="Segoe UI"/>
              </a:rPr>
              <a:t>Checkstyle</a:t>
            </a:r>
            <a:r>
              <a:rPr dirty="0">
                <a:latin typeface="Segoe UI"/>
                <a:cs typeface="Segoe UI"/>
              </a:rPr>
              <a:t> (</a:t>
            </a:r>
            <a:r>
              <a:rPr dirty="0" err="1">
                <a:latin typeface="Segoe UI"/>
                <a:cs typeface="Segoe UI"/>
              </a:rPr>
              <a:t>следит</a:t>
            </a:r>
            <a:r>
              <a:rPr dirty="0">
                <a:latin typeface="Segoe UI"/>
                <a:cs typeface="Segoe UI"/>
              </a:rPr>
              <a:t>, </a:t>
            </a:r>
            <a:r>
              <a:rPr dirty="0" err="1">
                <a:latin typeface="Segoe UI"/>
                <a:cs typeface="Segoe UI"/>
              </a:rPr>
              <a:t>чтобы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код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на</a:t>
            </a:r>
            <a:r>
              <a:rPr dirty="0">
                <a:latin typeface="Segoe UI"/>
                <a:cs typeface="Segoe UI"/>
              </a:rPr>
              <a:t> Java </a:t>
            </a:r>
            <a:r>
              <a:rPr dirty="0" err="1">
                <a:latin typeface="Segoe UI"/>
                <a:cs typeface="Segoe UI"/>
              </a:rPr>
              <a:t>выглядел</a:t>
            </a:r>
            <a:r>
              <a:rPr dirty="0">
                <a:latin typeface="Segoe UI"/>
                <a:cs typeface="Segoe UI"/>
              </a:rPr>
              <a:t> </a:t>
            </a:r>
            <a:r>
              <a:rPr dirty="0" err="1">
                <a:latin typeface="Segoe UI"/>
                <a:cs typeface="Segoe UI"/>
              </a:rPr>
              <a:t>единообразно</a:t>
            </a:r>
            <a:r>
              <a:rPr dirty="0">
                <a:latin typeface="Segoe UI"/>
                <a:cs typeface="Segoe UI"/>
              </a:rPr>
              <a:t>)</a:t>
            </a:r>
          </a:p>
          <a:p>
            <a:pPr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endParaRPr/>
          </a:p>
        </p:txBody>
      </p:sp>
      <p:sp>
        <p:nvSpPr>
          <p:cNvPr id="12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BAAAAAAAAAAEAAABQAAAAAAAAAAAA4D8AAAAAAADgPwAAAAAAAOA/AAAAAAAA4D8AAAAAAADgPwAAAAAAAOA/AAAAAAAA4D8AAAAAAADgPwAAAAAAAOA/AAAAAAAA4D8CAAAAjAAAAAEAAAADAAAAAAAAAP///wgyAAAAAAAAAAAAAAAAAAAAAAAAAAAAAAAAAAAAZAAAAAEAAABAAAAAAAAAAJz///9aAAAAAAAAAAAAAAAAAAAAAAAAAAAAAAAAAAAAAAAAAAAAAAAAAAAAAAAAAAAAAAAAAAAAAAAAAAAAAAAAAAAAAAAAAAAAAAAAAAAAFAAAADwAAAAAAAAAAAAAAAAAAAAAAAAAAQAAAAAAAAAAAAAAAAAAAAA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ChG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P///wEAAAAAAAAAAAAAAAAAAAAAAAAAAAAAAAAAAAAAAAAAAAAAAAB/f38AgICAA8zMzADAwP8Af39/AAAAAAAAAAAAAAAAAAAAAAAAAAAAIQAAABgAAAAUAAAArf7//90TAABdTAAArUEAABAAAAAmAAAACAAAAP//////////"/>
              </a:ext>
            </a:extLst>
          </p:cNvSpPr>
          <p:nvPr/>
        </p:nvSpPr>
        <p:spPr>
          <a:xfrm>
            <a:off x="-215265" y="3228975"/>
            <a:ext cx="12628880" cy="7447280"/>
          </a:xfrm>
          <a:prstGeom prst="rect">
            <a:avLst/>
          </a:prstGeom>
          <a:gradFill flip="none" rotWithShape="0">
            <a:gsLst>
              <a:gs pos="0">
                <a:srgbClr val="000000">
                  <a:alpha val="60000"/>
                </a:srgbClr>
              </a:gs>
              <a:gs pos="100000">
                <a:schemeClr val="bg1">
                  <a:alpha val="30000"/>
                </a:schemeClr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vert="horz" wrap="square" numCol="1" spcCol="215900" anchor="ctr"/>
          <a:lstStyle/>
          <a:p>
            <a:pPr algn="ctr"/>
            <a:endParaRPr/>
          </a:p>
        </p:txBody>
      </p:sp>
      <p:sp>
        <p:nvSpPr>
          <p:cNvPr id="13" name="Линия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h8AAN0TAABYHwAAGBUAABAAAAAmAAAACAAAAP//////////"/>
              </a:ext>
            </a:extLst>
          </p:cNvSpPr>
          <p:nvPr/>
        </p:nvSpPr>
        <p:spPr>
          <a:xfrm>
            <a:off x="5093970" y="3228975"/>
            <a:ext cx="1270" cy="20002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4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xQAAO0PAACpNQAA3RMAABAAAAAmAAAACAAAAP//////////"/>
              </a:ext>
            </a:extLst>
          </p:cNvSpPr>
          <p:nvPr/>
        </p:nvSpPr>
        <p:spPr>
          <a:xfrm>
            <a:off x="3372485" y="2588895"/>
            <a:ext cx="617601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err="1">
                <a:latin typeface="Segoe UI"/>
                <a:cs typeface="Segoe UI"/>
              </a:rPr>
              <a:t>Интегрируется</a:t>
            </a:r>
            <a:r>
              <a:rPr>
                <a:latin typeface="Segoe UI"/>
                <a:cs typeface="Segoe UI"/>
              </a:rPr>
              <a:t> в </a:t>
            </a:r>
            <a:r>
              <a:rPr err="1">
                <a:latin typeface="Segoe UI"/>
                <a:cs typeface="Segoe UI"/>
              </a:rPr>
              <a:t>процесс</a:t>
            </a:r>
            <a:r>
              <a:rPr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разработки</a:t>
            </a:r>
            <a:endParaRPr lang="ru-RU" err="1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  <a:defRPr cap="none">
                <a:latin typeface="Segoe UI" pitchFamily="2" charset="-52"/>
                <a:ea typeface="Segoe UI" pitchFamily="2" charset="-52"/>
                <a:cs typeface="Segoe UI" pitchFamily="2" charset="-52"/>
              </a:defRPr>
            </a:pPr>
            <a:r>
              <a:rPr err="1">
                <a:latin typeface="Segoe UI"/>
                <a:cs typeface="Segoe UI"/>
              </a:rPr>
              <a:t>Обнаружение</a:t>
            </a:r>
            <a:r>
              <a:rPr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до</a:t>
            </a:r>
            <a:r>
              <a:rPr>
                <a:latin typeface="Segoe UI"/>
                <a:cs typeface="Segoe UI"/>
              </a:rPr>
              <a:t> 70% </a:t>
            </a:r>
            <a:r>
              <a:rPr err="1">
                <a:latin typeface="Segoe UI"/>
                <a:cs typeface="Segoe UI"/>
              </a:rPr>
              <a:t>ошибок</a:t>
            </a:r>
            <a:r>
              <a:rPr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на</a:t>
            </a:r>
            <a:r>
              <a:rPr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ранних</a:t>
            </a:r>
            <a:r>
              <a:rPr>
                <a:latin typeface="Segoe UI"/>
                <a:cs typeface="Segoe UI"/>
              </a:rPr>
              <a:t> </a:t>
            </a:r>
            <a:r>
              <a:rPr err="1">
                <a:latin typeface="Segoe UI"/>
                <a:cs typeface="Segoe UI"/>
              </a:rPr>
              <a:t>этапах</a:t>
            </a:r>
          </a:p>
        </p:txBody>
      </p:sp>
      <p:sp>
        <p:nvSpPr>
          <p:cNvPr id="18" name="Автофигура3">
            <a:extLst>
              <a:ext uri="{FF2B5EF4-FFF2-40B4-BE49-F238E27FC236}">
                <a16:creationId xmlns:a16="http://schemas.microsoft.com/office/drawing/2014/main" id="{191A07A2-6CD5-FB59-EF7F-B6818C9C6839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ZhrsJenX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mAoAAIoSAAC/FAAAHTAAABAAAAAmAAAACAAAAP//////////"/>
              </a:ext>
            </a:extLst>
          </p:cNvSpPr>
          <p:nvPr/>
        </p:nvSpPr>
        <p:spPr>
          <a:xfrm>
            <a:off x="1722120" y="-4849706"/>
            <a:ext cx="1650365" cy="4807585"/>
          </a:xfrm>
          <a:prstGeom prst="cube">
            <a:avLst>
              <a:gd name="adj" fmla="val 5263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6" name="Автофигура2">
            <a:extLst>
              <a:ext uri="{FF2B5EF4-FFF2-40B4-BE49-F238E27FC236}">
                <a16:creationId xmlns:a16="http://schemas.microsoft.com/office/drawing/2014/main" id="{1C4B7F74-EA29-BB7F-67B5-1862B6E4F034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AAAAAJ/f38AgICAA8zMzADAwP8Af39/AAAAAAAAAAAAAAAAAAAAAAAAAAAAIQAAABgAAAAUAAAAO/7//z4NAABzDwAAJCwAABAAAAAmAAAACAAAAP//////////"/>
              </a:ext>
            </a:extLst>
          </p:cNvSpPr>
          <p:nvPr/>
        </p:nvSpPr>
        <p:spPr>
          <a:xfrm>
            <a:off x="-287655" y="-5806017"/>
            <a:ext cx="2799080" cy="6017683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EFABE47E-70DF-0A5F-56BE-24DE6D81E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815723"/>
              </p:ext>
            </p:extLst>
          </p:nvPr>
        </p:nvGraphicFramePr>
        <p:xfrm>
          <a:off x="9604075" y="-38879"/>
          <a:ext cx="2257246" cy="2953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dvAuto="0"/>
    </p:bldLst>
    <p:extLst>
      <p:ext uri="smNativeData">
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kdb5aAEAAAAFAAAA/f///wEAAAANAAAAIAAAAAAAAAAAAAAAAAAAAA=="/>
      </p:ext>
    </p:ext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I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uicAAPEHAAAfPwAAjjAAABAAAAAmAAAACAAAAP//////////"/>
              </a:ext>
            </a:extLst>
          </p:cNvSpPr>
          <p:nvPr/>
        </p:nvSpPr>
        <p:spPr>
          <a:xfrm>
            <a:off x="6457950" y="1290955"/>
            <a:ext cx="3803015" cy="660209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Автофигура1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fBoAAIb0///hMQAA/zAAABAAAAAmAAAACAAAAP//////////"/>
              </a:ext>
            </a:extLst>
          </p:cNvSpPr>
          <p:nvPr/>
        </p:nvSpPr>
        <p:spPr>
          <a:xfrm>
            <a:off x="4305300" y="-1865630"/>
            <a:ext cx="3803015" cy="98304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Автофигура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AAAAA8BAAAAkAAAAEgAAACQAAAASAAAAAAAAAAAAAAAAAAAAAEAAABQAAAAQNJj4OdL7T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MiQAAMv9///2JQAABi0AABAAAAAmAAAACAAAAP//////////"/>
              </a:ext>
            </a:extLst>
          </p:cNvSpPr>
          <p:nvPr/>
        </p:nvSpPr>
        <p:spPr>
          <a:xfrm>
            <a:off x="5883910" y="-358775"/>
            <a:ext cx="287020" cy="7677785"/>
          </a:xfrm>
          <a:prstGeom prst="can">
            <a:avLst>
              <a:gd name="adj" fmla="val 422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Автофигура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JjsAALT6//+wTQAAWS4AABAAAAAmAAAACAAAAP//////////"/>
              </a:ext>
            </a:extLst>
          </p:cNvSpPr>
          <p:nvPr/>
        </p:nvSpPr>
        <p:spPr>
          <a:xfrm>
            <a:off x="9615170" y="-861060"/>
            <a:ext cx="3013710" cy="83953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O/7//7T6//9zDwAAyysAABAAAAAmAAAACAAAAP//////////"/>
              </a:ext>
            </a:extLst>
          </p:cNvSpPr>
          <p:nvPr/>
        </p:nvSpPr>
        <p:spPr>
          <a:xfrm>
            <a:off x="-287655" y="-861060"/>
            <a:ext cx="2799080" cy="7980045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eTwAALT6//8KSwAArC8AABAAAAAmAAAACAAAAP//////////"/>
              </a:ext>
            </a:extLst>
          </p:cNvSpPr>
          <p:nvPr/>
        </p:nvSpPr>
        <p:spPr>
          <a:xfrm>
            <a:off x="9830435" y="-861060"/>
            <a:ext cx="2367915" cy="861060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wMD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MDAAFdYYwEAAAAAAAAAAAAAAAAAAAAAAAAAAAAAAAAAAAAAAAAAAP///wJ/f38Aa2x1A8zMzADAwP8Af39/AAAAAAAAAAAAAAAAAAAAAAAAAAAAIQAAABgAAAAUAAAAxhAAAHoLAADGEAAA5A8AABAAAAAmAAAACAAAAP//////////"/>
              </a:ext>
            </a:extLst>
          </p:cNvSpPr>
          <p:nvPr/>
        </p:nvSpPr>
        <p:spPr>
          <a:xfrm>
            <a:off x="2726690" y="1865630"/>
            <a:ext cx="0" cy="717550"/>
          </a:xfrm>
          <a:prstGeom prst="rect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1hjAVdYYwEAAAAAAAAAAAAAAAAAAAAAAAAAAAAAAAAAAAAAAAAAAP///wJ/f38Aa2x1A8zMzADAwP8Af39/AAAAAAAAAAAAAAAAAAAAAAAAAAAAIQAAABgAAAAUAAAAcQAAAA34//9XHwAApTMAABAAAAAmAAAACAAAAP//////////"/>
              </a:ext>
            </a:extLst>
          </p:cNvSpPr>
          <p:nvPr/>
        </p:nvSpPr>
        <p:spPr>
          <a:xfrm>
            <a:off x="71755" y="-1292225"/>
            <a:ext cx="5022850" cy="968756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Автофигура1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tHUkTpvt0j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3SBBVdYYwEAAAAAAAAAAAAAAAAAAAAAAAAAAAAAAAAAAAAAAAAAAP///wJ/f38Aa2x1A8zMzADAwP8Af39/AAAAAAAAAAAAAAAAAAAAAAAAAAAAIQAAABgAAAAUAAAAiCAAAMkMAACOIQAAUBkAABAAAAAmAAAACAAAAP//////////"/>
              </a:ext>
            </a:extLst>
          </p:cNvSpPr>
          <p:nvPr/>
        </p:nvSpPr>
        <p:spPr>
          <a:xfrm rot="2276515">
            <a:off x="5288280" y="2078355"/>
            <a:ext cx="166370" cy="2036445"/>
          </a:xfrm>
          <a:prstGeom prst="cube">
            <a:avLst>
              <a:gd name="adj" fmla="val 2957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Автофигура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tHUkTpvt0j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3SBBVdYYwEAAAAAAAAAAAAAAAAAAAAAAAAAAAAAAAAAAAAAAAAAAP///wJ/f38Aa2x1A8zMzADAwP8Af39/AAAAAAAAAAAAAAAAAAAAAAAAAAAAIQAAABgAAAAUAAAA9hcAALETAADtJQAA1RQAABAAAAAmAAAACAAAAP//////////"/>
              </a:ext>
            </a:extLst>
          </p:cNvSpPr>
          <p:nvPr/>
        </p:nvSpPr>
        <p:spPr>
          <a:xfrm rot="2700004">
            <a:off x="4937125" y="2159000"/>
            <a:ext cx="185420" cy="2270125"/>
          </a:xfrm>
          <a:prstGeom prst="cube">
            <a:avLst>
              <a:gd name="adj" fmla="val 2957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Автофигура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3SBBVdYYwEAAAAAAAAAAAAAAAAAAAAAAAAAAAAAAAAAAAAAAAAAAP///wJ/f38Aa2x1A8zMzADAwP8Af39/AAAAAAAAAAAAAAAAAAAAAAAAAAAAIQAAABgAAAAUAAAA1hcAADQCAADvKQAAVRAAABAAAAAmAAAACAAAAP//////////"/>
              </a:ext>
            </a:extLst>
          </p:cNvSpPr>
          <p:nvPr/>
        </p:nvSpPr>
        <p:spPr>
          <a:xfrm>
            <a:off x="3843019" y="463974"/>
            <a:ext cx="3164205" cy="258254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27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PQEAAA8BAAAAkAAAAEgAAACQAAAASAAAAAAAAAAAAAAAAAAAAAEAAABQAAAAAAAAAAAA4D8AAAAAAADgPwAAAAAAAOA/AAAAAAAA4D8AAAAAAADgPwAAAAAAAOA/AAAAAAAA4D8AAAAAAADgPwAAAAAAAOA/AAAAAAAA4D8CAAAAjAAAAAEAAAAAAAAAs7MZAP///wgAAAAAAAAAAAAAAAAAAAAAAAAAAAAAAAAAAAAAZAAAAAEAAABAAAAAAAAAAAAAAAAAAAAAAAAAAAAAAAAAAAAAAAAAAAAAAAAAAAAAAAAAAAAAAAAAAAAAAAAAAAAAAAAAAAAAAAAAAAAAAAAAAAAAAAAAAAAAAAAAAAAAFAAAADwAAAABAAAAAAAAAH9/fwAFAAAAAQAAAAEAAAAAAAAAAAAAAAA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7MZDFdYYwEAAAAAAAAAAAAAAAAAAAAAAAAAAAAAAAAAAAAAAAAAAH9/fwB/f38Aa2x1A8zMzADAwP8Af39/AAAAAAAAAAAAAAAAAAAAAAAAAAAAIQAAABgAAAAUAAAAkD8AAAIPAAD6QwAAgxYAABAAAAAmAAAACAAAAP//////////"/>
              </a:ext>
            </a:extLst>
          </p:cNvSpPr>
          <p:nvPr/>
        </p:nvSpPr>
        <p:spPr>
          <a:xfrm>
            <a:off x="10332720" y="2439670"/>
            <a:ext cx="717550" cy="1219835"/>
          </a:xfrm>
          <a:prstGeom prst="flowChartOr">
            <a:avLst/>
          </a:prstGeom>
          <a:solidFill>
            <a:schemeClr val="accent6"/>
          </a:solidFill>
          <a:ln w="3175" cap="flat" cmpd="sng" algn="ctr">
            <a:solidFill>
              <a:srgbClr val="7F7F7F"/>
            </a:solidFill>
            <a:prstDash val="solid"/>
            <a:headEnd type="none"/>
            <a:tailEnd type="none"/>
          </a:ln>
          <a:effectLst/>
        </p:spPr>
      </p:sp>
      <p:sp>
        <p:nvSpPr>
          <p:cNvPr id="28" name="Автофигура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OAEAAA8BAAAAkAAAAEgAAACQAAAASAAAAAAAAAAAAAAAAAAAAAEAAABQAAAAAAAAAAAA4D8AAAAAAADgPwAAAAAAAOA/AAAAAAAA4D8AAAAAAADgPwAAAAAAAOA/AAAAAAAA4D8AAAAAAADgPwAAAAAAAOA/AAAAAAAA4D8CAAAAjAAAAAEAAAAGAAAAAAAACfPzqQBGAAAAAAAAAAAAAAAAAAAAAAAAAAAAAAAAAAAAZAAAAAEAAABAAAAAZAAAAAAAAAAAAAAAAAAAAAAAAAAAAAAAAAAAAAAAAAAAAAAAAAAAAAAAAAAAAAAAAAAAAAAAAAAAAAAAAAAAAAAAAAAAAAAAAAAAAAAAAAAAAAAAFAAAADwAAAAAAAAAAAAAAAAAAAkAAAAAAQAAAAAAAAAAAAAAAAAAAAA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GQW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vPzqQAAAAAAAAAAAAAAAAAAAAAAAAAAAAAAAAAAAAAAAAAAAP///wJ/f38Aa2x1A8zMzADAwP8Af39/AAAAAAAAAAAAAAAAAAAAAAAAAAAAIQAAABgAAAAUAAAA1xcAACwHAAD0QwAAdB4AABAAAAAmAAAACAAAAP//////////"/>
              </a:ext>
            </a:extLst>
          </p:cNvSpPr>
          <p:nvPr/>
        </p:nvSpPr>
        <p:spPr>
          <a:xfrm rot="794">
            <a:off x="3885988" y="1155277"/>
            <a:ext cx="7171055" cy="3784600"/>
          </a:xfrm>
          <a:prstGeom prst="flowChartConnector">
            <a:avLst/>
          </a:prstGeom>
          <a:gradFill flip="none" rotWithShape="0">
            <a:gsLst>
              <a:gs pos="0">
                <a:srgbClr val="F3F3A9">
                  <a:alpha val="78000"/>
                </a:srgbClr>
              </a:gs>
              <a:gs pos="100000">
                <a:schemeClr val="tx1">
                  <a:alpha val="0"/>
                </a:schemeClr>
              </a:gs>
            </a:gsLst>
            <a:path path="circle">
              <a:fillToRect l="100000" t="50000" b="50000"/>
            </a:path>
            <a:tileRect/>
          </a:gradFill>
          <a:ln>
            <a:noFill/>
          </a:ln>
          <a:effectLst/>
        </p:spPr>
      </p:sp>
      <p:sp>
        <p:nvSpPr>
          <p:cNvPr id="29" name="Прямоугольник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DAAAAAAAAAP///wgyAAAAAAAAAAAAAAAAAAAAAAAAAAAAAAAAAAAAZAAAAAEAAABAAAAAAAAAAJz///9aAAAAAAAAAAAAAAAAAAAAAAAAAAAAAAAAAAAAAAAAAAAAAAAAAAAAAAAAAAAAAAAAAAAAAAAAAAAAAAAAAAAAAAAAAAAAAAAAAAAAFAAAADwAAAABAAAAAAAAAAAAAAABAAAAAQAAAAEAAAAAAAAAAAAAAAAAAAAAAAAAZAAAAGQAAAAAAAAAZAAAAGQAAAAVAAAAYAAAAAAAAAAAAAAADwAAACADAAAAAAAAAAAAAAEAAACgMgAAVgcAAKr4//8BAAAAf39/AAEAAABkAAAAAAAAABQAAABAHwAAAAAAACYAAAAAAAAAwOD//wAAAAAmAAAAZAAAABYAAABMAAAAAAAAAAAAAAAIAAAAAAAAAAEAAACAgIAKMgAAAJz///+c////eAAAAHgAAAAAAAAAzMzMAAAAAABQAAAAUAAAAGQAAABkAAAAAAAAABcAAAAUAAAAAAAAAAAAAAD/fwAA/38AAAAAAAAJAAAABAAAAAAAAAAeAAAAaAAAAAAAAAAAAAAAAAAAAAAAAAAAAAAAECcAABAnAAAAAAAAAAAAAAAAAAAAAABGAAAAAAAAAAAAAAAAAAAAAMgAAAAAAAAAwMD/AAEAAABkAAAAMgAAAPD4//9kAAAAAAAAAH9/fwAKAAAAIgAAABgAAAAAAAAAAAAAAAAAAAAAAAAAAAAAAAAAAAAkAAAAJAAAAAAAAAAHAAAAAAAAAAAAAAAAAAAAAAAAAAAAAAAAAAAAf39/ACUAAABYAAAAAAAAAAAAAAAAAAAAAAAAAAAAAAAAAAAAAAAAAAAAAAAAAAAAAAAAAAAAAAA/AAAAAAAAAKCGAQAAAAAAAAAAAAAAAAAMAAAAAQAAAAAAAAAAAAAAAAAAAB8AAABUAAAAAAAAAFdYYwEAAAAAAAAAAAAAAAAAAAAAAAAAAAAAAAAAAAAAAAAAAAAAAAB/f38Aa2x1A8zMzADAwP8Af39/AAAAAAAAAAAAAAAAAAAAAAAAAAAAIQAAABgAAAAUAAAAWf3//x7///+STgAAwzIAABAAAAAmAAAACAAAAP//////////"/>
              </a:ext>
            </a:extLst>
          </p:cNvSpPr>
          <p:nvPr/>
        </p:nvSpPr>
        <p:spPr>
          <a:xfrm rot="10800000">
            <a:off x="-536998" y="-503344"/>
            <a:ext cx="13203555" cy="8395335"/>
          </a:xfrm>
          <a:prstGeom prst="rect">
            <a:avLst/>
          </a:prstGeom>
          <a:gradFill flip="none" rotWithShape="0">
            <a:gsLst>
              <a:gs pos="0">
                <a:srgbClr val="000000"/>
              </a:gs>
              <a:gs pos="100000">
                <a:schemeClr val="bg1">
                  <a:alpha val="30000"/>
                </a:schemeClr>
              </a:gs>
            </a:gsLst>
            <a:lin ang="16200000" scaled="0"/>
            <a:tileRect/>
          </a:gradFill>
          <a:ln w="63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>
            <a:reflection stA="50000" dir="5400000" sy="-100000" rotWithShape="0"/>
          </a:effectLst>
        </p:spPr>
      </p:sp>
      <p:sp>
        <p:nvSpPr>
          <p:cNvPr id="10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3SBBVdYYwEAAAAAAAAAAAAAAAAAAAAAAAAAAAAAAAAAAAAAAAAAAP///wJ/f38Aa2x1A8zMzADAwP8Af39/AAAAAAAAAAAAAAAAAAAAAAAAAAAAIQAAABgAAAAUAAAAPT4AAIEHAABNRQAAJwoAABAAAAAmAAAACAAAAP//////////"/>
              </a:ext>
            </a:extLst>
          </p:cNvSpPr>
          <p:nvPr/>
        </p:nvSpPr>
        <p:spPr>
          <a:xfrm>
            <a:off x="10117455" y="1198669"/>
            <a:ext cx="1317413" cy="4834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sz="2000" b="1" cap="none">
                <a:latin typeface="Ink Free" pitchFamily="4" charset="-52"/>
                <a:ea typeface="Ink Free" pitchFamily="4" charset="-52"/>
                <a:cs typeface="Ink Free" pitchFamily="4" charset="-52"/>
              </a:defRPr>
            </a:pPr>
            <a:r>
              <a:rPr dirty="0">
                <a:latin typeface="Bahnschrift SemiBold"/>
              </a:rPr>
              <a:t>Выводы</a:t>
            </a:r>
            <a:endParaRPr lang="ru-RU" dirty="0">
              <a:latin typeface="Bahnschrift SemiBold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80D53-947A-5485-014C-4833AB4DBE6D}"/>
              </a:ext>
            </a:extLst>
          </p:cNvPr>
          <p:cNvSpPr/>
          <p:nvPr/>
        </p:nvSpPr>
        <p:spPr>
          <a:xfrm>
            <a:off x="3379259" y="1156758"/>
            <a:ext cx="914400" cy="1888065"/>
          </a:xfrm>
          <a:prstGeom prst="rect">
            <a:avLst/>
          </a:prstGeom>
          <a:solidFill>
            <a:srgbClr val="52535E">
              <a:alpha val="60000"/>
            </a:srgbClr>
          </a:solidFill>
          <a:ln>
            <a:solidFill>
              <a:srgbClr val="575863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PQWAAD/fwAA/38AAAAAAAAJAAAABAAAAB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3SBBVdYYwEAAAAAAAAAAAAAAAAAAAAAAAAAAAAAAAAAAAAAAAAAAP///wJ/f38Aa2x1A8zMzADAwP8Af39/AAAAAAAAAAAAAAAAAAAAAAAAAAAAIQAAABgAAAAUAAAA4gAAAHMGAACjJAAAgw4AABAgAAAmAAAACAAAAP//////////"/>
              </a:ext>
            </a:extLst>
          </p:cNvSpPr>
          <p:nvPr/>
        </p:nvSpPr>
        <p:spPr>
          <a:xfrm>
            <a:off x="69427" y="1069554"/>
            <a:ext cx="6394237" cy="3687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sz="16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r>
              <a:rPr lang="en-US" dirty="0" err="1">
                <a:latin typeface="Bahnschrift SemiBold"/>
              </a:rPr>
              <a:t>Статический</a:t>
            </a:r>
            <a:r>
              <a:rPr lang="en-US" dirty="0">
                <a:latin typeface="Bahnschrift SemiBold"/>
              </a:rPr>
              <a:t> </a:t>
            </a:r>
            <a:r>
              <a:rPr lang="en-US" dirty="0" err="1">
                <a:latin typeface="Bahnschrift SemiBold"/>
              </a:rPr>
              <a:t>анализ</a:t>
            </a:r>
            <a:r>
              <a:rPr lang="en-US" dirty="0">
                <a:latin typeface="Bahnschrift SemiBold"/>
              </a:rPr>
              <a:t> - </a:t>
            </a:r>
            <a:r>
              <a:rPr lang="ru-RU" dirty="0">
                <a:latin typeface="Bahnschrift SemiBold"/>
              </a:rPr>
              <a:t>это </a:t>
            </a:r>
            <a:r>
              <a:rPr lang="en-US" dirty="0" err="1">
                <a:latin typeface="Bahnschrift SemiBold"/>
              </a:rPr>
              <a:t>необходимость</a:t>
            </a:r>
            <a:r>
              <a:rPr lang="en-US" dirty="0">
                <a:latin typeface="Bahnschrift SemiBold"/>
              </a:rPr>
              <a:t> </a:t>
            </a:r>
            <a:r>
              <a:rPr lang="en-US" dirty="0" err="1">
                <a:latin typeface="Bahnschrift SemiBold"/>
              </a:rPr>
              <a:t>для</a:t>
            </a:r>
            <a:r>
              <a:rPr lang="en-US" dirty="0">
                <a:latin typeface="Bahnschrift SemiBold"/>
              </a:rPr>
              <a:t> </a:t>
            </a:r>
            <a:r>
              <a:rPr lang="ru-RU" dirty="0">
                <a:latin typeface="Bahnschrift SemiBold"/>
              </a:rPr>
              <a:t>качественного </a:t>
            </a:r>
            <a:r>
              <a:rPr lang="en-US" dirty="0">
                <a:latin typeface="Bahnschrift SemiBold"/>
              </a:rPr>
              <a:t>ПО</a:t>
            </a:r>
            <a:endParaRPr lang="ru-RU">
              <a:latin typeface="Bahnschrift SemiBold"/>
            </a:endParaRPr>
          </a:p>
          <a:p>
            <a:pPr>
              <a:defRPr sz="16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endParaRPr lang="ru-RU" dirty="0">
              <a:latin typeface="Bahnschrift SemiBold"/>
            </a:endParaRPr>
          </a:p>
          <a:p>
            <a:pPr>
              <a:defRPr sz="16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endParaRPr lang="en-US" dirty="0">
              <a:latin typeface="Bahnschrift SemiBold"/>
            </a:endParaRPr>
          </a:p>
          <a:p>
            <a:pPr>
              <a:defRPr sz="1600" cap="none">
                <a:latin typeface="Bahnschrift SemiBold" pitchFamily="2" charset="-52"/>
                <a:ea typeface="Bahnschrift SemiBold" pitchFamily="2" charset="-52"/>
                <a:cs typeface="Bahnschrift SemiBold" pitchFamily="2" charset="-52"/>
              </a:defRPr>
            </a:pPr>
            <a:endParaRPr lang="ru-RU" dirty="0">
              <a:latin typeface="Bahnschrift Semi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451E7B-A7FE-EDB7-7E7C-453107DBFD1C}"/>
              </a:ext>
            </a:extLst>
          </p:cNvPr>
          <p:cNvSpPr txBox="1"/>
          <p:nvPr/>
        </p:nvSpPr>
        <p:spPr>
          <a:xfrm>
            <a:off x="78287" y="2580302"/>
            <a:ext cx="40819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latin typeface="Bahnschrift SemiBold"/>
                <a:ea typeface="SimSun"/>
                <a:cs typeface="Times New Roman"/>
              </a:rPr>
              <a:t>Окупаемость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внедрения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от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2-3</a:t>
            </a:r>
            <a:r>
              <a:rPr lang="ru-RU" sz="1600" dirty="0">
                <a:latin typeface="Bahnschrift SemiBold"/>
                <a:ea typeface="SimSun"/>
                <a:cs typeface="Times New Roman"/>
              </a:rPr>
              <a:t> месяцев</a:t>
            </a:r>
            <a:endParaRPr lang="en-US" sz="1600" dirty="0">
              <a:solidFill>
                <a:srgbClr val="000000"/>
              </a:solidFill>
              <a:latin typeface="Bahnschrift SemiBold"/>
              <a:ea typeface="SimSun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7FE9DC-EB9D-251B-23EB-3C5C2294DCFC}"/>
              </a:ext>
            </a:extLst>
          </p:cNvPr>
          <p:cNvSpPr txBox="1"/>
          <p:nvPr/>
        </p:nvSpPr>
        <p:spPr>
          <a:xfrm>
            <a:off x="82492" y="2105067"/>
            <a:ext cx="638479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Bahnschrift SemiBold"/>
                <a:ea typeface="SimSun"/>
                <a:cs typeface="Times New Roman"/>
              </a:rPr>
              <a:t>Легко интегрируется в современные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процессы</a:t>
            </a:r>
            <a:endParaRPr lang="ru-RU" sz="1600" dirty="0" err="1">
              <a:solidFill>
                <a:srgbClr val="000000"/>
              </a:solidFill>
              <a:latin typeface="Bahnschrift SemiBold"/>
              <a:ea typeface="SimSun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60B53-B8BA-BAF7-F7CB-AD8498763DEB}"/>
              </a:ext>
            </a:extLst>
          </p:cNvPr>
          <p:cNvSpPr txBox="1"/>
          <p:nvPr/>
        </p:nvSpPr>
        <p:spPr>
          <a:xfrm>
            <a:off x="66979" y="1602431"/>
            <a:ext cx="609933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latin typeface="Bahnschrift SemiBold"/>
                <a:ea typeface="SimSun"/>
                <a:cs typeface="Times New Roman"/>
              </a:rPr>
              <a:t>Экономит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время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и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деньги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</a:t>
            </a:r>
            <a:r>
              <a:rPr lang="en-US" sz="1600" dirty="0" err="1">
                <a:latin typeface="Bahnschrift SemiBold"/>
                <a:ea typeface="SimSun"/>
                <a:cs typeface="Times New Roman"/>
              </a:rPr>
              <a:t>на</a:t>
            </a:r>
            <a:r>
              <a:rPr lang="en-US" sz="1600" dirty="0">
                <a:latin typeface="Bahnschrift SemiBold"/>
                <a:ea typeface="SimSun"/>
                <a:cs typeface="Times New Roman"/>
              </a:rPr>
              <a:t> </a:t>
            </a:r>
            <a:r>
              <a:rPr lang="ru-RU" sz="1600" dirty="0">
                <a:latin typeface="Bahnschrift SemiBold"/>
                <a:ea typeface="SimSun"/>
                <a:cs typeface="Times New Roman"/>
              </a:rPr>
              <a:t>исправление ошибок</a:t>
            </a:r>
            <a:endParaRPr lang="en-US" sz="1600" dirty="0">
              <a:solidFill>
                <a:srgbClr val="000000"/>
              </a:solidFill>
              <a:latin typeface="Bahnschrift SemiBold"/>
              <a:ea typeface="SimSun"/>
              <a:cs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pan dir="u"/>
        <p:extLst>
          <p:ext uri="smNativeData">
            <pr:smNativeData xmlns="smNativeData" xmlns:pr="smNativeData" xmlns:p15="http://schemas.microsoft.com/office/powerpoint/2012/main" val="kdb5aAAAAAAgAwAAAAAAADgAAAAAAAAAAAAAAAAAAAAAAAAAAQAAAAAAAAAAAAAAAAAAAAAAAAABAAAA" duo="kdb5aAAAAAAUAAAAAQAAAMgAAAA=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kdb5aAAAAAAgAwAAAAAAADgAAAAAAAAAAAAAAAAAAAAAAAAAAQAAAAAAAAAAAAAAAAAAAAAAAAABAAAA" duo="kdb5aAAAAAAUAAAAAQAAAMgAAAA="/>
          </p:ext>
        </p:extLst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Автофигура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uicAAODx//8fPwAAzgwAABAAAAAmAAAACAAAAP//////////"/>
              </a:ext>
            </a:extLst>
          </p:cNvSpPr>
          <p:nvPr/>
        </p:nvSpPr>
        <p:spPr>
          <a:xfrm>
            <a:off x="6457950" y="-2296160"/>
            <a:ext cx="3803015" cy="437769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Автофигура1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fBoAAIb0///hMQAAvxQAABAAAAAmAAAACAAAAP//////////"/>
              </a:ext>
            </a:extLst>
          </p:cNvSpPr>
          <p:nvPr/>
        </p:nvSpPr>
        <p:spPr>
          <a:xfrm>
            <a:off x="4305300" y="-1865630"/>
            <a:ext cx="3803015" cy="523811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ZAAAAA8BAAAAkAAAAEgAAACQAAAASAAAAAAAAAAA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ZRcAAM8bAAA2QgAAdR4AABAAAAAmAAAACAAAAP//////////"/>
              </a:ext>
            </a:extLst>
          </p:cNvSpPr>
          <p:nvPr/>
        </p:nvSpPr>
        <p:spPr>
          <a:xfrm>
            <a:off x="3803015" y="4520565"/>
            <a:ext cx="6960235" cy="43053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Автофигура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JjsAALT6//+wTQAA2SYAABAAAAAmAAAACAAAAP//////////"/>
              </a:ext>
            </a:extLst>
          </p:cNvSpPr>
          <p:nvPr/>
        </p:nvSpPr>
        <p:spPr>
          <a:xfrm>
            <a:off x="9615170" y="-861060"/>
            <a:ext cx="3013710" cy="717613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Автофигура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NMJyTyMstz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O/7//7T6//9zDwAA2SYAABAAAAAmAAAACAAAAP//////////"/>
              </a:ext>
            </a:extLst>
          </p:cNvSpPr>
          <p:nvPr/>
        </p:nvSpPr>
        <p:spPr>
          <a:xfrm>
            <a:off x="-287655" y="-861060"/>
            <a:ext cx="2799080" cy="7176135"/>
          </a:xfrm>
          <a:prstGeom prst="cube">
            <a:avLst>
              <a:gd name="adj" fmla="val 9052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eTwAAAf8//8KSwAAMSoAABAAAAAmAAAACAAAAP//////////"/>
              </a:ext>
            </a:extLst>
          </p:cNvSpPr>
          <p:nvPr/>
        </p:nvSpPr>
        <p:spPr>
          <a:xfrm>
            <a:off x="9830435" y="-645795"/>
            <a:ext cx="2367915" cy="750443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Автофигура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QAAAA8BAAAAkAAAAEgAAACQAAAASAAAAAAAAAAAAAAAAAAAAAEAAABQAAAAAAAAAAAA0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cQAAAJ33//9XHwAADSkAABAAAAAmAAAACAAAAP//////////"/>
              </a:ext>
            </a:extLst>
          </p:cNvSpPr>
          <p:nvPr/>
        </p:nvSpPr>
        <p:spPr>
          <a:xfrm>
            <a:off x="71755" y="-1363345"/>
            <a:ext cx="5022850" cy="803656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Автофигура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LwEAAA8BAAAAkAAAAEgAAACQAAAASAAAAAAAAAAAAAAAAAAAAAEAAABQAAAAAAAAAAAA4D8AAAAAAADgPwAAAAAAAOA/AAAAAAAA4D8AAAAAAADgPwAAAAAAAOA/AAAAAAAA4D8AAAAAAADgPwAAAAAAAOA/AAAAAAAA4D8CAAAAjAAAAAEAAAAAAAAAExMT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xMTABEREQEAAAAAAAAAAAAAAAAAAAAAAAAAAAAAAAAAAAAAAAAAAAgICAJ/f38AMzMzA8zMzADAwP8Af39/AAAAAAAAAAAAAAAAAAAAAAAAAAAAIQAAABgAAAAUAAAAqiYAAAUnAAAIJwAAPysAABAAAAAmAAAACAAAAP//////////"/>
              </a:ext>
            </a:extLst>
          </p:cNvSpPr>
          <p:nvPr/>
        </p:nvSpPr>
        <p:spPr>
          <a:xfrm rot="2331819">
            <a:off x="6285230" y="6343015"/>
            <a:ext cx="59690" cy="687070"/>
          </a:xfrm>
          <a:prstGeom prst="flowChartInputOutput">
            <a:avLst/>
          </a:prstGeom>
          <a:solidFill>
            <a:srgbClr val="131313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Автофигура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LwEAAA8BAAAAkAAAAEgAAACQAAAASAAAAAAAAAAAAAAAAAAAAAEAAABQAAAAAAAAAAAA4D8AAAAAAADgPwAAAAAAAOA/AAAAAAAA4D8AAAAAAADgPwAAAAAAAOA/AAAAAAAA4D8AAAAAAADgPwAAAAAAAOA/AAAAAAAA4D8CAAAAjAAAAAEAAAAAAAAAExMT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xMTABEREQEAAAAAAAAAAAAAAAAAAAAAAAAAAAAAAAAAAAAAAAAAAAgICAJ/f38AMzMzA8zMzADAwP8Af39/AAAAAAAAAAAAAAAAAAAAAAAAAAAAIQAAABgAAAAUAAAAFC8AALweAAA/LwAAniEAABAAAAAmAAAACAAAAP//////////"/>
              </a:ext>
            </a:extLst>
          </p:cNvSpPr>
          <p:nvPr/>
        </p:nvSpPr>
        <p:spPr>
          <a:xfrm rot="2460000">
            <a:off x="7653020" y="4996180"/>
            <a:ext cx="27305" cy="468630"/>
          </a:xfrm>
          <a:prstGeom prst="flowChartInputOutput">
            <a:avLst/>
          </a:prstGeom>
          <a:solidFill>
            <a:srgbClr val="131313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Автофигура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LwEAAA8BAAAAkAAAAEgAAACQAAAASAAAAAAAAAAAAAAAAAAAAAEAAABQAAAAAAAAAAAA4D8AAAAAAADgPwAAAAAAAOA/AAAAAAAA4D8AAAAAAADgPwAAAAAAAOA/AAAAAAAA4D8AAAAAAADgPwAAAAAAAOA/AAAAAAAA4D8CAAAAjAAAAAEAAAAAAAAAExMT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xMTABEREQEAAAAAAAAAAAAAAAAAAAAAAAAAAAAAAAAAAAAAAAAAAAgICAJ/f38AMzMzA8zMzADAwP8Af39/AAAAAAAAAAAAAAAAAAAAAAAAAAAAIQAAABgAAAAUAAAAKysAAGEiAABzKwAAQyYAABAAAAAmAAAACAAAAP//////////"/>
              </a:ext>
            </a:extLst>
          </p:cNvSpPr>
          <p:nvPr/>
        </p:nvSpPr>
        <p:spPr>
          <a:xfrm rot="2220000">
            <a:off x="7017385" y="5588635"/>
            <a:ext cx="45720" cy="631190"/>
          </a:xfrm>
          <a:prstGeom prst="flowChartInputOutput">
            <a:avLst/>
          </a:prstGeom>
          <a:solidFill>
            <a:srgbClr val="131313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Автофигура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cAAAAA8BAAAAkAAAAEgAAACQAAAASAAAAAAAAAAAAAAAAAAAAAEAAABQAAAAQNJj4OdL7T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ERAREREQEAAAAAAAAAAAAAAAAAAAAAAAAAAAAAAAAAAAAAAAAAAAgICAJ/f38AMzMzA8zMzADAwP8Af39/AAAAAAAAAAAAAAAAAAAAAAAAAAAAIQAAABgAAAAUAAAAMiQAAOj8///2JQAACxoAABAAAAAmAAAACAAAAP//////////"/>
              </a:ext>
            </a:extLst>
          </p:cNvSpPr>
          <p:nvPr/>
        </p:nvSpPr>
        <p:spPr>
          <a:xfrm>
            <a:off x="5883910" y="-502920"/>
            <a:ext cx="287020" cy="4736465"/>
          </a:xfrm>
          <a:prstGeom prst="can">
            <a:avLst>
              <a:gd name="adj" fmla="val 4224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14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BkSAAD/fwAA/38AAAAAAAAJAAAABAAAAI4DBQAeAAAAaAAAAAAAAAAAAAAAAAAAAAAAAAAAAAAAECcAABAnAAAAAAAAAAAAAAAAAAAAAAAAAAAAAAAAAAAAAAAAAAAAABQAAABkAAAA////C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paWBREREQEAAAAAAAAAAAAAAAAAAAAAAAAAAAAAAAAAAAAAAAAAAAgICAJ/f38AMzMzA8zMzAAREREBf39/AAAAAAAAAAAAAAAAAAAAAAAAAAAAIQAAABgAAAAUAAAA4gAAACcKAABlFwAAhw0AABAgAAAmAAAACAAAAP//////////"/>
              </a:ext>
            </a:extLst>
          </p:cNvSpPr>
          <p:nvPr/>
        </p:nvSpPr>
        <p:spPr>
          <a:xfrm>
            <a:off x="143510" y="1650365"/>
            <a:ext cx="3659505" cy="548640"/>
          </a:xfrm>
          <a:prstGeom prst="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wrap="square" numCol="1" spcCol="215900" anchor="t"/>
          <a:lstStyle/>
          <a:p>
            <a:pPr>
              <a:defRPr sz="3000" cap="none">
                <a:solidFill>
                  <a:srgbClr val="FFFFFF"/>
                </a:solidFill>
                <a:latin typeface="Calibri Light" pitchFamily="2" charset="-52"/>
                <a:ea typeface="Calibri Light" pitchFamily="2" charset="-52"/>
                <a:cs typeface="Calibri Light" pitchFamily="2" charset="-52"/>
              </a:defRPr>
            </a:pPr>
            <a:r>
              <a:t>Спасибо за внимание</a:t>
            </a:r>
          </a:p>
        </p:txBody>
      </p:sp>
      <p:sp>
        <p:nvSpPr>
          <p:cNvPr id="15" name="Автофигура1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kdb5aBMAAAAlAAAArwAAAA8BAAAAkAAAAEgAAACQAAAASAAAAAAAAAAAAAAAAAAAAAEAAABQAAAAVlVVVVVV1T8AAAAAAAAAAA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QAAAAAAAAAHAAAAAAAAAAEAAAD///8AMgAAAAAAAAAAAAAAZAAAAOL///+4Cw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paWBREREQEAAAAAAAAAAAAAAAAAAAAAAAAAAAAAAAAAAAAAAAAAAAgICAJ/f38A////AMzMzADAwP8Af39/AAAAAAAAAAAAAAAAAAAAAAAAAAAAIQAAABgAAAAUAAAAcw8AAMEjAAAZEgAADSkAABAAAAAmAAAACAAAAP//////////"/>
              </a:ext>
            </a:extLst>
          </p:cNvSpPr>
          <p:nvPr/>
        </p:nvSpPr>
        <p:spPr>
          <a:xfrm>
            <a:off x="2511425" y="5812155"/>
            <a:ext cx="430530" cy="86106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>
            <a:outerShdw blurRad="127000" sy="-30000" kx="1800000">
              <a:srgbClr val="FFFFFF">
                <a:alpha val="50000"/>
              </a:srgbClr>
            </a:outerShdw>
          </a:effectLst>
        </p:spPr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CE8478E-D50B-F5BA-7A8F-7A1B3BF98255}"/>
              </a:ext>
            </a:extLst>
          </p:cNvPr>
          <p:cNvCxnSpPr/>
          <p:nvPr/>
        </p:nvCxnSpPr>
        <p:spPr>
          <a:xfrm flipV="1">
            <a:off x="4847493" y="4941277"/>
            <a:ext cx="1822937" cy="214336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CDE3741-9F63-CA24-79B2-45F23D41E882}"/>
              </a:ext>
            </a:extLst>
          </p:cNvPr>
          <p:cNvCxnSpPr>
            <a:cxnSpLocks/>
          </p:cNvCxnSpPr>
          <p:nvPr/>
        </p:nvCxnSpPr>
        <p:spPr>
          <a:xfrm flipV="1">
            <a:off x="7055339" y="4921738"/>
            <a:ext cx="1822937" cy="222152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Цилиндр 4">
            <a:extLst>
              <a:ext uri="{FF2B5EF4-FFF2-40B4-BE49-F238E27FC236}">
                <a16:creationId xmlns:a16="http://schemas.microsoft.com/office/drawing/2014/main" id="{D0A92B75-680E-55BA-A41F-59968AD0AE8C}"/>
              </a:ext>
            </a:extLst>
          </p:cNvPr>
          <p:cNvSpPr/>
          <p:nvPr/>
        </p:nvSpPr>
        <p:spPr>
          <a:xfrm>
            <a:off x="5141384" y="2492842"/>
            <a:ext cx="162984" cy="3682068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extLst>
              <a:ext uri="{FF2B5EF4-FFF2-40B4-BE49-F238E27FC236}">
                <a16:creationId xmlns:a16="http://schemas.microsoft.com/office/drawing/2014/main" id="{4E853275-D7D8-5C6E-1460-5EA1898D3B0C}"/>
              </a:ext>
            </a:extLst>
          </p:cNvPr>
          <p:cNvSpPr/>
          <p:nvPr/>
        </p:nvSpPr>
        <p:spPr>
          <a:xfrm rot="-960000">
            <a:off x="3966342" y="2416834"/>
            <a:ext cx="4119289" cy="3824815"/>
          </a:xfrm>
          <a:prstGeom prst="triangle">
            <a:avLst/>
          </a:prstGeom>
          <a:solidFill>
            <a:srgbClr val="E7E7E7">
              <a:alpha val="15000"/>
            </a:srgbClr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  <p:sp>
        <p:nvSpPr>
          <p:cNvPr id="18" name="Куб 17">
            <a:extLst>
              <a:ext uri="{FF2B5EF4-FFF2-40B4-BE49-F238E27FC236}">
                <a16:creationId xmlns:a16="http://schemas.microsoft.com/office/drawing/2014/main" id="{386FCE0C-284D-EA4D-4DFB-E3FC633D34A8}"/>
              </a:ext>
            </a:extLst>
          </p:cNvPr>
          <p:cNvSpPr/>
          <p:nvPr/>
        </p:nvSpPr>
        <p:spPr>
          <a:xfrm rot="-720000">
            <a:off x="5101632" y="2402882"/>
            <a:ext cx="559986" cy="189569"/>
          </a:xfrm>
          <a:prstGeom prst="cube">
            <a:avLst/>
          </a:prstGeom>
          <a:solidFill>
            <a:srgbClr val="11111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pan dir="u"/>
        <p:extLst>
          <p:ext uri="smNativeData">
            <pr:smNativeData xmlns="smNativeData" xmlns:pr="smNativeData" xmlns:p15="http://schemas.microsoft.com/office/powerpoint/2012/main" val="kdb5aAAAAAAgAwAAAAAAADgAAAAAAAAAAAAAAAAAAAAAAAAAAQAAAAAAAAAAAAAAAAAAAAAAAAABAAAA" duo="kdb5aAAAAAAUAAAAAQAAAMgAAAA=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kdb5aAAAAAAgAwAAAAAAADgAAAAAAAAAAAAAAAAAAAAAAAAAAQAAAAAAAAAAAAAAAAAAAAAAAAABAAAA" duo="kdb5aAAAAAAUAAAAAQAAAMgAAAA="/>
          </p:ext>
        </p:extLst>
      </p:transition>
    </mc:Fallback>
  </mc:AlternateContent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ACACDF"/>
      </a:accent3>
      <a:accent4>
        <a:srgbClr val="9C9CBF"/>
      </a:accent4>
      <a:accent5>
        <a:srgbClr val="7C7C9F"/>
      </a:accent5>
      <a:accent6>
        <a:srgbClr val="5C5C7F"/>
      </a:accent6>
      <a:hlink>
        <a:srgbClr val="3333CC"/>
      </a:hlink>
      <a:folHlink>
        <a:srgbClr val="AF67FF"/>
      </a:folHlink>
    </a:clrScheme>
    <a:fontScheme name="Presentation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FFFFFF"/>
        </a:dk1>
        <a:lt1>
          <a:srgbClr val="000066"/>
        </a:lt1>
        <a:dk2>
          <a:srgbClr val="EAEAEA"/>
        </a:dk2>
        <a:lt2>
          <a:srgbClr val="000099"/>
        </a:lt2>
        <a:accent1>
          <a:srgbClr val="66CCFF"/>
        </a:accent1>
        <a:accent2>
          <a:srgbClr val="006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CC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4B0096"/>
        </a:lt1>
        <a:dk2>
          <a:srgbClr val="CDD7DF"/>
        </a:dk2>
        <a:lt2>
          <a:srgbClr val="6600CC"/>
        </a:lt2>
        <a:accent1>
          <a:srgbClr val="9999FF"/>
        </a:accent1>
        <a:accent2>
          <a:srgbClr val="7850BA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FF"/>
        </a:hlink>
        <a:folHlink>
          <a:srgbClr val="0796B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486768"/>
        </a:lt1>
        <a:dk2>
          <a:srgbClr val="DDDDDD"/>
        </a:dk2>
        <a:lt2>
          <a:srgbClr val="588073"/>
        </a:lt2>
        <a:accent1>
          <a:srgbClr val="33CCCC"/>
        </a:accent1>
        <a:accent2>
          <a:srgbClr val="008871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CC99"/>
        </a:hlink>
        <a:folHlink>
          <a:srgbClr val="A8A8A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575863"/>
        </a:lt1>
        <a:dk2>
          <a:srgbClr val="FFFFCC"/>
        </a:dk2>
        <a:lt2>
          <a:srgbClr val="6B6C75"/>
        </a:lt2>
        <a:accent1>
          <a:srgbClr val="677481"/>
        </a:accent1>
        <a:accent2>
          <a:srgbClr val="697E5E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E9E77F"/>
        </a:hlink>
        <a:folHlink>
          <a:srgbClr val="D3A44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541616"/>
        </a:lt1>
        <a:dk2>
          <a:srgbClr val="FFCC00"/>
        </a:dk2>
        <a:lt2>
          <a:srgbClr val="922A2A"/>
        </a:lt2>
        <a:accent1>
          <a:srgbClr val="FF6600"/>
        </a:accent1>
        <a:accent2>
          <a:srgbClr val="CC31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C7C6B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80808"/>
        </a:dk1>
        <a:lt1>
          <a:srgbClr val="111111"/>
        </a:lt1>
        <a:dk2>
          <a:srgbClr val="333333"/>
        </a:dk2>
        <a:lt2>
          <a:srgbClr val="333333"/>
        </a:lt2>
        <a:accent1>
          <a:srgbClr val="969696"/>
        </a:accent1>
        <a:accent2>
          <a:srgbClr val="96969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292929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663300"/>
        </a:lt1>
        <a:dk2>
          <a:srgbClr val="FFFF99"/>
        </a:dk2>
        <a:lt2>
          <a:srgbClr val="964B00"/>
        </a:lt2>
        <a:accent1>
          <a:srgbClr val="C89618"/>
        </a:accent1>
        <a:accent2>
          <a:srgbClr val="CC99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D2E64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575863"/>
    </a:dk1>
    <a:lt1>
      <a:srgbClr val="FFFFFF"/>
    </a:lt1>
    <a:dk2>
      <a:srgbClr val="6B6C75"/>
    </a:dk2>
    <a:lt2>
      <a:srgbClr val="FFFFCC"/>
    </a:lt2>
    <a:accent1>
      <a:srgbClr val="677481"/>
    </a:accent1>
    <a:accent2>
      <a:srgbClr val="697E5E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E9E77F"/>
    </a:hlink>
    <a:folHlink>
      <a:srgbClr val="D3A44F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Presentation 1">
    <a:dk1>
      <a:srgbClr val="575863"/>
    </a:dk1>
    <a:lt1>
      <a:srgbClr val="FFFFFF"/>
    </a:lt1>
    <a:dk2>
      <a:srgbClr val="6B6C75"/>
    </a:dk2>
    <a:lt2>
      <a:srgbClr val="FFFFCC"/>
    </a:lt2>
    <a:accent1>
      <a:srgbClr val="677481"/>
    </a:accent1>
    <a:accent2>
      <a:srgbClr val="697E5E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E9E77F"/>
    </a:hlink>
    <a:folHlink>
      <a:srgbClr val="D3A44F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Presentation 1">
    <a:dk1>
      <a:srgbClr val="080808"/>
    </a:dk1>
    <a:lt1>
      <a:srgbClr val="111111"/>
    </a:lt1>
    <a:dk2>
      <a:srgbClr val="333333"/>
    </a:dk2>
    <a:lt2>
      <a:srgbClr val="333333"/>
    </a:lt2>
    <a:accent1>
      <a:srgbClr val="969696"/>
    </a:accent1>
    <a:accent2>
      <a:srgbClr val="969696"/>
    </a:accent2>
    <a:accent3>
      <a:srgbClr val="535379"/>
    </a:accent3>
    <a:accent4>
      <a:srgbClr val="737359"/>
    </a:accent4>
    <a:accent5>
      <a:srgbClr val="939339"/>
    </a:accent5>
    <a:accent6>
      <a:srgbClr val="B3B319"/>
    </a:accent6>
    <a:hlink>
      <a:srgbClr val="292929"/>
    </a:hlink>
    <a:folHlink>
      <a:srgbClr val="5F5F5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11</Slides>
  <Notes>6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Presentation</vt:lpstr>
      <vt:lpstr>Presentation</vt:lpstr>
      <vt:lpstr>Презентация PowerPoint</vt:lpstr>
      <vt:lpstr>Проект на тему</vt:lpstr>
      <vt:lpstr>Структура презентации</vt:lpstr>
      <vt:lpstr>Актуальность</vt:lpstr>
      <vt:lpstr>Цели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looka</cp:lastModifiedBy>
  <cp:revision>392</cp:revision>
  <dcterms:created xsi:type="dcterms:W3CDTF">2019-09-04T14:48:15Z</dcterms:created>
  <dcterms:modified xsi:type="dcterms:W3CDTF">2025-11-07T21:03:05Z</dcterms:modified>
</cp:coreProperties>
</file>